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SuperDario" charset="1" panose="00000000000000000000"/>
      <p:regular r:id="rId12"/>
    </p:embeddedFont>
    <p:embeddedFont>
      <p:font typeface="Retropix" charset="1" panose="00000000000000000000"/>
      <p:regular r:id="rId13"/>
    </p:embeddedFont>
    <p:embeddedFont>
      <p:font typeface="Open Sauce" charset="1" panose="00000500000000000000"/>
      <p:regular r:id="rId14"/>
    </p:embeddedFont>
    <p:embeddedFont>
      <p:font typeface="Open Sans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25" Target="../media/image24.png" Type="http://schemas.openxmlformats.org/officeDocument/2006/relationships/image"/><Relationship Id="rId26" Target="../media/image25.svg" Type="http://schemas.openxmlformats.org/officeDocument/2006/relationships/image"/><Relationship Id="rId27" Target="../media/image26.png" Type="http://schemas.openxmlformats.org/officeDocument/2006/relationships/image"/><Relationship Id="rId28" Target="../media/image27.svg" Type="http://schemas.openxmlformats.org/officeDocument/2006/relationships/image"/><Relationship Id="rId29" Target="../media/image28.png" Type="http://schemas.openxmlformats.org/officeDocument/2006/relationships/image"/><Relationship Id="rId3" Target="../media/image2.svg" Type="http://schemas.openxmlformats.org/officeDocument/2006/relationships/image"/><Relationship Id="rId30" Target="../media/image29.svg" Type="http://schemas.openxmlformats.org/officeDocument/2006/relationships/image"/><Relationship Id="rId31" Target="../media/image30.png" Type="http://schemas.openxmlformats.org/officeDocument/2006/relationships/image"/><Relationship Id="rId32" Target="../media/image31.svg" Type="http://schemas.openxmlformats.org/officeDocument/2006/relationships/image"/><Relationship Id="rId33" Target="../media/image32.gif" Type="http://schemas.openxmlformats.org/officeDocument/2006/relationships/image"/><Relationship Id="rId34" Target="../media/image33.png" Type="http://schemas.openxmlformats.org/officeDocument/2006/relationships/image"/><Relationship Id="rId35" Target="../media/image34.svg" Type="http://schemas.openxmlformats.org/officeDocument/2006/relationships/image"/><Relationship Id="rId36" Target="../media/image35.png" Type="http://schemas.openxmlformats.org/officeDocument/2006/relationships/image"/><Relationship Id="rId37" Target="../media/image36.svg" Type="http://schemas.openxmlformats.org/officeDocument/2006/relationships/image"/><Relationship Id="rId38" Target="../media/image37.png" Type="http://schemas.openxmlformats.org/officeDocument/2006/relationships/image"/><Relationship Id="rId39" Target="../media/image38.svg" Type="http://schemas.openxmlformats.org/officeDocument/2006/relationships/image"/><Relationship Id="rId4" Target="../media/image3.png" Type="http://schemas.openxmlformats.org/officeDocument/2006/relationships/image"/><Relationship Id="rId40" Target="../media/image39.png" Type="http://schemas.openxmlformats.org/officeDocument/2006/relationships/image"/><Relationship Id="rId41" Target="../media/image40.svg" Type="http://schemas.openxmlformats.org/officeDocument/2006/relationships/image"/><Relationship Id="rId5" Target="../media/image4.svg" Type="http://schemas.openxmlformats.org/officeDocument/2006/relationships/image"/><Relationship Id="rId6" Target="../media/image5.gif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25" Target="../media/image24.png" Type="http://schemas.openxmlformats.org/officeDocument/2006/relationships/image"/><Relationship Id="rId26" Target="../media/image25.svg" Type="http://schemas.openxmlformats.org/officeDocument/2006/relationships/image"/><Relationship Id="rId27" Target="../media/image26.png" Type="http://schemas.openxmlformats.org/officeDocument/2006/relationships/image"/><Relationship Id="rId28" Target="../media/image27.svg" Type="http://schemas.openxmlformats.org/officeDocument/2006/relationships/image"/><Relationship Id="rId29" Target="../media/image28.png" Type="http://schemas.openxmlformats.org/officeDocument/2006/relationships/image"/><Relationship Id="rId3" Target="../media/image2.svg" Type="http://schemas.openxmlformats.org/officeDocument/2006/relationships/image"/><Relationship Id="rId30" Target="../media/image29.svg" Type="http://schemas.openxmlformats.org/officeDocument/2006/relationships/image"/><Relationship Id="rId31" Target="../media/image32.gif" Type="http://schemas.openxmlformats.org/officeDocument/2006/relationships/image"/><Relationship Id="rId32" Target="../media/image41.png" Type="http://schemas.openxmlformats.org/officeDocument/2006/relationships/image"/><Relationship Id="rId4" Target="../media/image5.gif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14" Target="../media/image26.png" Type="http://schemas.openxmlformats.org/officeDocument/2006/relationships/image"/><Relationship Id="rId15" Target="../media/image27.svg" Type="http://schemas.openxmlformats.org/officeDocument/2006/relationships/image"/><Relationship Id="rId16" Target="../media/image28.png" Type="http://schemas.openxmlformats.org/officeDocument/2006/relationships/image"/><Relationship Id="rId17" Target="../media/image29.svg" Type="http://schemas.openxmlformats.org/officeDocument/2006/relationships/image"/><Relationship Id="rId18" Target="../media/image42.png" Type="http://schemas.openxmlformats.org/officeDocument/2006/relationships/image"/><Relationship Id="rId19" Target="../media/image43.svg" Type="http://schemas.openxmlformats.org/officeDocument/2006/relationships/image"/><Relationship Id="rId2" Target="../media/image1.png" Type="http://schemas.openxmlformats.org/officeDocument/2006/relationships/image"/><Relationship Id="rId20" Target="../media/image44.png" Type="http://schemas.openxmlformats.org/officeDocument/2006/relationships/image"/><Relationship Id="rId21" Target="../media/image45.svg" Type="http://schemas.openxmlformats.org/officeDocument/2006/relationships/image"/><Relationship Id="rId22" Target="../media/image46.png" Type="http://schemas.openxmlformats.org/officeDocument/2006/relationships/image"/><Relationship Id="rId23" Target="../media/image47.svg" Type="http://schemas.openxmlformats.org/officeDocument/2006/relationships/image"/><Relationship Id="rId24" Target="../media/image48.png" Type="http://schemas.openxmlformats.org/officeDocument/2006/relationships/image"/><Relationship Id="rId25" Target="../media/image49.svg" Type="http://schemas.openxmlformats.org/officeDocument/2006/relationships/image"/><Relationship Id="rId26" Target="../media/image50.png" Type="http://schemas.openxmlformats.org/officeDocument/2006/relationships/image"/><Relationship Id="rId27" Target="../media/image51.svg" Type="http://schemas.openxmlformats.org/officeDocument/2006/relationships/image"/><Relationship Id="rId28" Target="../media/image52.png" Type="http://schemas.openxmlformats.org/officeDocument/2006/relationships/image"/><Relationship Id="rId29" Target="../media/image53.svg" Type="http://schemas.openxmlformats.org/officeDocument/2006/relationships/image"/><Relationship Id="rId3" Target="../media/image2.svg" Type="http://schemas.openxmlformats.org/officeDocument/2006/relationships/image"/><Relationship Id="rId30" Target="../media/image54.png" Type="http://schemas.openxmlformats.org/officeDocument/2006/relationships/image"/><Relationship Id="rId31" Target="../media/image55.svg" Type="http://schemas.openxmlformats.org/officeDocument/2006/relationships/image"/><Relationship Id="rId32" Target="../media/image56.png" Type="http://schemas.openxmlformats.org/officeDocument/2006/relationships/image"/><Relationship Id="rId33" Target="../media/image57.svg" Type="http://schemas.openxmlformats.org/officeDocument/2006/relationships/image"/><Relationship Id="rId34" Target="../media/image58.png" Type="http://schemas.openxmlformats.org/officeDocument/2006/relationships/image"/><Relationship Id="rId35" Target="../media/image59.svg" Type="http://schemas.openxmlformats.org/officeDocument/2006/relationships/image"/><Relationship Id="rId36" Target="../media/image60.png" Type="http://schemas.openxmlformats.org/officeDocument/2006/relationships/image"/><Relationship Id="rId37" Target="../media/image61.svg" Type="http://schemas.openxmlformats.org/officeDocument/2006/relationships/image"/><Relationship Id="rId38" Target="../media/image62.png" Type="http://schemas.openxmlformats.org/officeDocument/2006/relationships/image"/><Relationship Id="rId39" Target="../media/image63.svg" Type="http://schemas.openxmlformats.org/officeDocument/2006/relationships/image"/><Relationship Id="rId4" Target="../media/image3.png" Type="http://schemas.openxmlformats.org/officeDocument/2006/relationships/image"/><Relationship Id="rId40" Target="../media/image64.png" Type="http://schemas.openxmlformats.org/officeDocument/2006/relationships/image"/><Relationship Id="rId41" Target="../media/image65.sv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0.png" Type="http://schemas.openxmlformats.org/officeDocument/2006/relationships/image"/><Relationship Id="rId11" Target="../media/image71.svg" Type="http://schemas.openxmlformats.org/officeDocument/2006/relationships/image"/><Relationship Id="rId12" Target="../media/image72.png" Type="http://schemas.openxmlformats.org/officeDocument/2006/relationships/image"/><Relationship Id="rId13" Target="../media/image73.svg" Type="http://schemas.openxmlformats.org/officeDocument/2006/relationships/image"/><Relationship Id="rId14" Target="../media/image74.png" Type="http://schemas.openxmlformats.org/officeDocument/2006/relationships/image"/><Relationship Id="rId15" Target="../media/image75.svg" Type="http://schemas.openxmlformats.org/officeDocument/2006/relationships/image"/><Relationship Id="rId16" Target="../media/image76.png" Type="http://schemas.openxmlformats.org/officeDocument/2006/relationships/image"/><Relationship Id="rId17" Target="../media/image77.svg" Type="http://schemas.openxmlformats.org/officeDocument/2006/relationships/image"/><Relationship Id="rId18" Target="../media/image32.gif" Type="http://schemas.openxmlformats.org/officeDocument/2006/relationships/image"/><Relationship Id="rId19" Target="../media/image6.png" Type="http://schemas.openxmlformats.org/officeDocument/2006/relationships/image"/><Relationship Id="rId2" Target="../media/image1.png" Type="http://schemas.openxmlformats.org/officeDocument/2006/relationships/image"/><Relationship Id="rId20" Target="../media/image7.svg" Type="http://schemas.openxmlformats.org/officeDocument/2006/relationships/image"/><Relationship Id="rId21" Target="../media/image39.png" Type="http://schemas.openxmlformats.org/officeDocument/2006/relationships/image"/><Relationship Id="rId22" Target="../media/image40.svg" Type="http://schemas.openxmlformats.org/officeDocument/2006/relationships/image"/><Relationship Id="rId23" Target="../media/image78.png" Type="http://schemas.openxmlformats.org/officeDocument/2006/relationships/image"/><Relationship Id="rId24" Target="../media/image79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6.png" Type="http://schemas.openxmlformats.org/officeDocument/2006/relationships/image"/><Relationship Id="rId7" Target="../media/image67.svg" Type="http://schemas.openxmlformats.org/officeDocument/2006/relationships/image"/><Relationship Id="rId8" Target="../media/image68.png" Type="http://schemas.openxmlformats.org/officeDocument/2006/relationships/image"/><Relationship Id="rId9" Target="../media/image6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0.png" Type="http://schemas.openxmlformats.org/officeDocument/2006/relationships/image"/><Relationship Id="rId11" Target="../media/image71.svg" Type="http://schemas.openxmlformats.org/officeDocument/2006/relationships/image"/><Relationship Id="rId12" Target="../media/image72.png" Type="http://schemas.openxmlformats.org/officeDocument/2006/relationships/image"/><Relationship Id="rId13" Target="../media/image73.svg" Type="http://schemas.openxmlformats.org/officeDocument/2006/relationships/image"/><Relationship Id="rId14" Target="../media/image74.png" Type="http://schemas.openxmlformats.org/officeDocument/2006/relationships/image"/><Relationship Id="rId15" Target="../media/image75.svg" Type="http://schemas.openxmlformats.org/officeDocument/2006/relationships/image"/><Relationship Id="rId16" Target="../media/image76.png" Type="http://schemas.openxmlformats.org/officeDocument/2006/relationships/image"/><Relationship Id="rId17" Target="../media/image77.svg" Type="http://schemas.openxmlformats.org/officeDocument/2006/relationships/image"/><Relationship Id="rId18" Target="../media/image32.gif" Type="http://schemas.openxmlformats.org/officeDocument/2006/relationships/image"/><Relationship Id="rId19" Target="../media/image78.png" Type="http://schemas.openxmlformats.org/officeDocument/2006/relationships/image"/><Relationship Id="rId2" Target="../media/image1.png" Type="http://schemas.openxmlformats.org/officeDocument/2006/relationships/image"/><Relationship Id="rId20" Target="../media/image79.svg" Type="http://schemas.openxmlformats.org/officeDocument/2006/relationships/image"/><Relationship Id="rId21" Target="../media/image6.png" Type="http://schemas.openxmlformats.org/officeDocument/2006/relationships/image"/><Relationship Id="rId22" Target="../media/image7.svg" Type="http://schemas.openxmlformats.org/officeDocument/2006/relationships/image"/><Relationship Id="rId23" Target="../media/image35.png" Type="http://schemas.openxmlformats.org/officeDocument/2006/relationships/image"/><Relationship Id="rId24" Target="../media/image36.svg" Type="http://schemas.openxmlformats.org/officeDocument/2006/relationships/image"/><Relationship Id="rId25" Target="../media/image37.png" Type="http://schemas.openxmlformats.org/officeDocument/2006/relationships/image"/><Relationship Id="rId26" Target="../media/image38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6.png" Type="http://schemas.openxmlformats.org/officeDocument/2006/relationships/image"/><Relationship Id="rId7" Target="../media/image67.svg" Type="http://schemas.openxmlformats.org/officeDocument/2006/relationships/image"/><Relationship Id="rId8" Target="../media/image80.png" Type="http://schemas.openxmlformats.org/officeDocument/2006/relationships/image"/><Relationship Id="rId9" Target="../media/image8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39.png" Type="http://schemas.openxmlformats.org/officeDocument/2006/relationships/image"/><Relationship Id="rId13" Target="../media/image40.svg" Type="http://schemas.openxmlformats.org/officeDocument/2006/relationships/image"/><Relationship Id="rId14" Target="../media/image35.png" Type="http://schemas.openxmlformats.org/officeDocument/2006/relationships/image"/><Relationship Id="rId15" Target="../media/image36.svg" Type="http://schemas.openxmlformats.org/officeDocument/2006/relationships/image"/><Relationship Id="rId16" Target="../media/image37.png" Type="http://schemas.openxmlformats.org/officeDocument/2006/relationships/image"/><Relationship Id="rId17" Target="../media/image38.svg" Type="http://schemas.openxmlformats.org/officeDocument/2006/relationships/image"/><Relationship Id="rId18" Target="../media/image16.png" Type="http://schemas.openxmlformats.org/officeDocument/2006/relationships/image"/><Relationship Id="rId19" Target="../media/image17.svg" Type="http://schemas.openxmlformats.org/officeDocument/2006/relationships/image"/><Relationship Id="rId2" Target="../media/image1.png" Type="http://schemas.openxmlformats.org/officeDocument/2006/relationships/image"/><Relationship Id="rId20" Target="../media/image26.png" Type="http://schemas.openxmlformats.org/officeDocument/2006/relationships/image"/><Relationship Id="rId21" Target="../media/image27.svg" Type="http://schemas.openxmlformats.org/officeDocument/2006/relationships/image"/><Relationship Id="rId22" Target="../media/image42.png" Type="http://schemas.openxmlformats.org/officeDocument/2006/relationships/image"/><Relationship Id="rId23" Target="../media/image43.svg" Type="http://schemas.openxmlformats.org/officeDocument/2006/relationships/image"/><Relationship Id="rId24" Target="../media/image44.png" Type="http://schemas.openxmlformats.org/officeDocument/2006/relationships/image"/><Relationship Id="rId25" Target="../media/image45.svg" Type="http://schemas.openxmlformats.org/officeDocument/2006/relationships/image"/><Relationship Id="rId26" Target="../media/image82.png" Type="http://schemas.openxmlformats.org/officeDocument/2006/relationships/image"/><Relationship Id="rId27" Target="../media/image83.svg" Type="http://schemas.openxmlformats.org/officeDocument/2006/relationships/image"/><Relationship Id="rId28" Target="../media/image10.png" Type="http://schemas.openxmlformats.org/officeDocument/2006/relationships/image"/><Relationship Id="rId29" Target="../media/image11.svg" Type="http://schemas.openxmlformats.org/officeDocument/2006/relationships/image"/><Relationship Id="rId3" Target="../media/image2.svg" Type="http://schemas.openxmlformats.org/officeDocument/2006/relationships/image"/><Relationship Id="rId30" Target="../media/image84.png" Type="http://schemas.openxmlformats.org/officeDocument/2006/relationships/image"/><Relationship Id="rId31" Target="../media/image85.svg" Type="http://schemas.openxmlformats.org/officeDocument/2006/relationships/image"/><Relationship Id="rId32" Target="../media/image86.png" Type="http://schemas.openxmlformats.org/officeDocument/2006/relationships/image"/><Relationship Id="rId33" Target="../media/image87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gif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32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D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" y="4037127"/>
            <a:ext cx="9144000" cy="5045622"/>
          </a:xfrm>
          <a:custGeom>
            <a:avLst/>
            <a:gdLst/>
            <a:ahLst/>
            <a:cxnLst/>
            <a:rect r="r" b="b" t="t" l="l"/>
            <a:pathLst>
              <a:path h="5045622" w="9144000">
                <a:moveTo>
                  <a:pt x="0" y="0"/>
                </a:moveTo>
                <a:lnTo>
                  <a:pt x="9144000" y="0"/>
                </a:lnTo>
                <a:lnTo>
                  <a:pt x="9144000" y="5045622"/>
                </a:lnTo>
                <a:lnTo>
                  <a:pt x="0" y="5045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20" r="0" b="-12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39237" y="4037127"/>
            <a:ext cx="9144000" cy="5045622"/>
          </a:xfrm>
          <a:custGeom>
            <a:avLst/>
            <a:gdLst/>
            <a:ahLst/>
            <a:cxnLst/>
            <a:rect r="r" b="b" t="t" l="l"/>
            <a:pathLst>
              <a:path h="5045622" w="9144000">
                <a:moveTo>
                  <a:pt x="0" y="0"/>
                </a:moveTo>
                <a:lnTo>
                  <a:pt x="9144000" y="0"/>
                </a:lnTo>
                <a:lnTo>
                  <a:pt x="9144000" y="5045622"/>
                </a:lnTo>
                <a:lnTo>
                  <a:pt x="0" y="5045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20" r="0" b="-12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1298" y="9052705"/>
            <a:ext cx="9875356" cy="1687788"/>
          </a:xfrm>
          <a:custGeom>
            <a:avLst/>
            <a:gdLst/>
            <a:ahLst/>
            <a:cxnLst/>
            <a:rect r="r" b="b" t="t" l="l"/>
            <a:pathLst>
              <a:path h="1687788" w="9875356">
                <a:moveTo>
                  <a:pt x="0" y="0"/>
                </a:moveTo>
                <a:lnTo>
                  <a:pt x="9875356" y="0"/>
                </a:lnTo>
                <a:lnTo>
                  <a:pt x="9875356" y="1687788"/>
                </a:lnTo>
                <a:lnTo>
                  <a:pt x="0" y="1687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16" r="0" b="-21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33942" y="9052705"/>
            <a:ext cx="9875356" cy="1687788"/>
          </a:xfrm>
          <a:custGeom>
            <a:avLst/>
            <a:gdLst/>
            <a:ahLst/>
            <a:cxnLst/>
            <a:rect r="r" b="b" t="t" l="l"/>
            <a:pathLst>
              <a:path h="1687788" w="9875356">
                <a:moveTo>
                  <a:pt x="0" y="0"/>
                </a:moveTo>
                <a:lnTo>
                  <a:pt x="9875356" y="0"/>
                </a:lnTo>
                <a:lnTo>
                  <a:pt x="9875356" y="1687788"/>
                </a:lnTo>
                <a:lnTo>
                  <a:pt x="0" y="1687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16" r="0" b="-216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495470" y="4690648"/>
            <a:ext cx="2961157" cy="4114800"/>
            <a:chOff x="0" y="0"/>
            <a:chExt cx="3948209" cy="548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48176" cy="5486400"/>
            </a:xfrm>
            <a:custGeom>
              <a:avLst/>
              <a:gdLst/>
              <a:ahLst/>
              <a:cxnLst/>
              <a:rect r="r" b="b" t="t" l="l"/>
              <a:pathLst>
                <a:path h="5486400" w="3948176">
                  <a:moveTo>
                    <a:pt x="0" y="0"/>
                  </a:moveTo>
                  <a:lnTo>
                    <a:pt x="3948176" y="0"/>
                  </a:lnTo>
                  <a:lnTo>
                    <a:pt x="3948176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4830135" y="4690648"/>
            <a:ext cx="2961157" cy="4114800"/>
            <a:chOff x="0" y="0"/>
            <a:chExt cx="3948209" cy="548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48176" cy="5486400"/>
            </a:xfrm>
            <a:custGeom>
              <a:avLst/>
              <a:gdLst/>
              <a:ahLst/>
              <a:cxnLst/>
              <a:rect r="r" b="b" t="t" l="l"/>
              <a:pathLst>
                <a:path h="5486400" w="3948176">
                  <a:moveTo>
                    <a:pt x="0" y="0"/>
                  </a:moveTo>
                  <a:lnTo>
                    <a:pt x="3948176" y="0"/>
                  </a:lnTo>
                  <a:lnTo>
                    <a:pt x="3948176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321298" y="7866439"/>
            <a:ext cx="4594693" cy="1186266"/>
          </a:xfrm>
          <a:custGeom>
            <a:avLst/>
            <a:gdLst/>
            <a:ahLst/>
            <a:cxnLst/>
            <a:rect r="r" b="b" t="t" l="l"/>
            <a:pathLst>
              <a:path h="1186266" w="4594693">
                <a:moveTo>
                  <a:pt x="0" y="0"/>
                </a:moveTo>
                <a:lnTo>
                  <a:pt x="4594693" y="0"/>
                </a:lnTo>
                <a:lnTo>
                  <a:pt x="4594693" y="1186266"/>
                </a:lnTo>
                <a:lnTo>
                  <a:pt x="0" y="11862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19" r="0" b="-119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4178110" y="7866439"/>
            <a:ext cx="4594693" cy="1186266"/>
          </a:xfrm>
          <a:custGeom>
            <a:avLst/>
            <a:gdLst/>
            <a:ahLst/>
            <a:cxnLst/>
            <a:rect r="r" b="b" t="t" l="l"/>
            <a:pathLst>
              <a:path h="1186266" w="4594693">
                <a:moveTo>
                  <a:pt x="4594693" y="0"/>
                </a:moveTo>
                <a:lnTo>
                  <a:pt x="0" y="0"/>
                </a:lnTo>
                <a:lnTo>
                  <a:pt x="0" y="1186266"/>
                </a:lnTo>
                <a:lnTo>
                  <a:pt x="4594693" y="1186266"/>
                </a:lnTo>
                <a:lnTo>
                  <a:pt x="459469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19" r="0" b="-119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553115" y="3335501"/>
            <a:ext cx="1020562" cy="1087809"/>
          </a:xfrm>
          <a:custGeom>
            <a:avLst/>
            <a:gdLst/>
            <a:ahLst/>
            <a:cxnLst/>
            <a:rect r="r" b="b" t="t" l="l"/>
            <a:pathLst>
              <a:path h="1087809" w="1020562">
                <a:moveTo>
                  <a:pt x="0" y="0"/>
                </a:moveTo>
                <a:lnTo>
                  <a:pt x="1020562" y="0"/>
                </a:lnTo>
                <a:lnTo>
                  <a:pt x="1020562" y="1087809"/>
                </a:lnTo>
                <a:lnTo>
                  <a:pt x="0" y="10878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0" t="0" r="-5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686684" y="3335501"/>
            <a:ext cx="1020562" cy="1087809"/>
          </a:xfrm>
          <a:custGeom>
            <a:avLst/>
            <a:gdLst/>
            <a:ahLst/>
            <a:cxnLst/>
            <a:rect r="r" b="b" t="t" l="l"/>
            <a:pathLst>
              <a:path h="1087809" w="1020562">
                <a:moveTo>
                  <a:pt x="0" y="0"/>
                </a:moveTo>
                <a:lnTo>
                  <a:pt x="1020563" y="0"/>
                </a:lnTo>
                <a:lnTo>
                  <a:pt x="1020563" y="1087809"/>
                </a:lnTo>
                <a:lnTo>
                  <a:pt x="0" y="108780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50" t="0" r="-5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930752" y="3335501"/>
            <a:ext cx="1020562" cy="1087809"/>
          </a:xfrm>
          <a:custGeom>
            <a:avLst/>
            <a:gdLst/>
            <a:ahLst/>
            <a:cxnLst/>
            <a:rect r="r" b="b" t="t" l="l"/>
            <a:pathLst>
              <a:path h="1087809" w="1020562">
                <a:moveTo>
                  <a:pt x="0" y="0"/>
                </a:moveTo>
                <a:lnTo>
                  <a:pt x="1020562" y="0"/>
                </a:lnTo>
                <a:lnTo>
                  <a:pt x="1020562" y="1087809"/>
                </a:lnTo>
                <a:lnTo>
                  <a:pt x="0" y="108780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50" t="0" r="-5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820254" y="3347797"/>
            <a:ext cx="997491" cy="1063216"/>
          </a:xfrm>
          <a:custGeom>
            <a:avLst/>
            <a:gdLst/>
            <a:ahLst/>
            <a:cxnLst/>
            <a:rect r="r" b="b" t="t" l="l"/>
            <a:pathLst>
              <a:path h="1063216" w="997491">
                <a:moveTo>
                  <a:pt x="0" y="0"/>
                </a:moveTo>
                <a:lnTo>
                  <a:pt x="997491" y="0"/>
                </a:lnTo>
                <a:lnTo>
                  <a:pt x="997491" y="1063217"/>
                </a:lnTo>
                <a:lnTo>
                  <a:pt x="0" y="106321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36" r="0" b="-36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064321" y="3335501"/>
            <a:ext cx="1020562" cy="1087809"/>
          </a:xfrm>
          <a:custGeom>
            <a:avLst/>
            <a:gdLst/>
            <a:ahLst/>
            <a:cxnLst/>
            <a:rect r="r" b="b" t="t" l="l"/>
            <a:pathLst>
              <a:path h="1087809" w="1020562">
                <a:moveTo>
                  <a:pt x="0" y="0"/>
                </a:moveTo>
                <a:lnTo>
                  <a:pt x="1020563" y="0"/>
                </a:lnTo>
                <a:lnTo>
                  <a:pt x="1020563" y="1087809"/>
                </a:lnTo>
                <a:lnTo>
                  <a:pt x="0" y="108780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50" t="0" r="-5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457576" y="3347797"/>
            <a:ext cx="997491" cy="1063216"/>
          </a:xfrm>
          <a:custGeom>
            <a:avLst/>
            <a:gdLst/>
            <a:ahLst/>
            <a:cxnLst/>
            <a:rect r="r" b="b" t="t" l="l"/>
            <a:pathLst>
              <a:path h="1063216" w="997491">
                <a:moveTo>
                  <a:pt x="0" y="0"/>
                </a:moveTo>
                <a:lnTo>
                  <a:pt x="997491" y="0"/>
                </a:lnTo>
                <a:lnTo>
                  <a:pt x="997491" y="1063217"/>
                </a:lnTo>
                <a:lnTo>
                  <a:pt x="0" y="106321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36" r="0" b="-36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760884" y="3347797"/>
            <a:ext cx="1009027" cy="1075513"/>
          </a:xfrm>
          <a:custGeom>
            <a:avLst/>
            <a:gdLst/>
            <a:ahLst/>
            <a:cxnLst/>
            <a:rect r="r" b="b" t="t" l="l"/>
            <a:pathLst>
              <a:path h="1075513" w="1009027">
                <a:moveTo>
                  <a:pt x="0" y="0"/>
                </a:moveTo>
                <a:lnTo>
                  <a:pt x="1009027" y="0"/>
                </a:lnTo>
                <a:lnTo>
                  <a:pt x="1009027" y="1075513"/>
                </a:lnTo>
                <a:lnTo>
                  <a:pt x="0" y="107551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6" r="0" b="-6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912329" y="3347797"/>
            <a:ext cx="402829" cy="1075513"/>
          </a:xfrm>
          <a:custGeom>
            <a:avLst/>
            <a:gdLst/>
            <a:ahLst/>
            <a:cxnLst/>
            <a:rect r="r" b="b" t="t" l="l"/>
            <a:pathLst>
              <a:path h="1075513" w="402829">
                <a:moveTo>
                  <a:pt x="0" y="0"/>
                </a:moveTo>
                <a:lnTo>
                  <a:pt x="402829" y="0"/>
                </a:lnTo>
                <a:lnTo>
                  <a:pt x="402829" y="1075513"/>
                </a:lnTo>
                <a:lnTo>
                  <a:pt x="0" y="107551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798" t="0" r="-798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597485" y="3347797"/>
            <a:ext cx="997491" cy="1063216"/>
          </a:xfrm>
          <a:custGeom>
            <a:avLst/>
            <a:gdLst/>
            <a:ahLst/>
            <a:cxnLst/>
            <a:rect r="r" b="b" t="t" l="l"/>
            <a:pathLst>
              <a:path h="1063216" w="997491">
                <a:moveTo>
                  <a:pt x="0" y="0"/>
                </a:moveTo>
                <a:lnTo>
                  <a:pt x="997491" y="0"/>
                </a:lnTo>
                <a:lnTo>
                  <a:pt x="997491" y="1063217"/>
                </a:lnTo>
                <a:lnTo>
                  <a:pt x="0" y="106321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-36" r="0" b="-36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737394" y="3347797"/>
            <a:ext cx="997491" cy="1063216"/>
          </a:xfrm>
          <a:custGeom>
            <a:avLst/>
            <a:gdLst/>
            <a:ahLst/>
            <a:cxnLst/>
            <a:rect r="r" b="b" t="t" l="l"/>
            <a:pathLst>
              <a:path h="1063216" w="997491">
                <a:moveTo>
                  <a:pt x="0" y="0"/>
                </a:moveTo>
                <a:lnTo>
                  <a:pt x="997491" y="0"/>
                </a:lnTo>
                <a:lnTo>
                  <a:pt x="997491" y="1063217"/>
                </a:lnTo>
                <a:lnTo>
                  <a:pt x="0" y="106321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-36" r="0" b="-36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371742" y="4829190"/>
            <a:ext cx="997491" cy="1063216"/>
          </a:xfrm>
          <a:custGeom>
            <a:avLst/>
            <a:gdLst/>
            <a:ahLst/>
            <a:cxnLst/>
            <a:rect r="r" b="b" t="t" l="l"/>
            <a:pathLst>
              <a:path h="1063216" w="997491">
                <a:moveTo>
                  <a:pt x="0" y="0"/>
                </a:moveTo>
                <a:lnTo>
                  <a:pt x="997491" y="0"/>
                </a:lnTo>
                <a:lnTo>
                  <a:pt x="997491" y="1063217"/>
                </a:lnTo>
                <a:lnTo>
                  <a:pt x="0" y="106321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-36" r="0" b="-36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918768" y="4816894"/>
            <a:ext cx="1020562" cy="1087809"/>
          </a:xfrm>
          <a:custGeom>
            <a:avLst/>
            <a:gdLst/>
            <a:ahLst/>
            <a:cxnLst/>
            <a:rect r="r" b="b" t="t" l="l"/>
            <a:pathLst>
              <a:path h="1087809" w="1020562">
                <a:moveTo>
                  <a:pt x="0" y="0"/>
                </a:moveTo>
                <a:lnTo>
                  <a:pt x="1020562" y="0"/>
                </a:lnTo>
                <a:lnTo>
                  <a:pt x="1020562" y="1087809"/>
                </a:lnTo>
                <a:lnTo>
                  <a:pt x="0" y="1087809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-50" t="0" r="-5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078557" y="4816894"/>
            <a:ext cx="1020562" cy="1087809"/>
          </a:xfrm>
          <a:custGeom>
            <a:avLst/>
            <a:gdLst/>
            <a:ahLst/>
            <a:cxnLst/>
            <a:rect r="r" b="b" t="t" l="l"/>
            <a:pathLst>
              <a:path h="1087809" w="1020562">
                <a:moveTo>
                  <a:pt x="0" y="0"/>
                </a:moveTo>
                <a:lnTo>
                  <a:pt x="1020563" y="0"/>
                </a:lnTo>
                <a:lnTo>
                  <a:pt x="1020563" y="1087809"/>
                </a:lnTo>
                <a:lnTo>
                  <a:pt x="0" y="1087809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-50" t="0" r="-5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207619" y="4816894"/>
            <a:ext cx="1020562" cy="1087809"/>
          </a:xfrm>
          <a:custGeom>
            <a:avLst/>
            <a:gdLst/>
            <a:ahLst/>
            <a:cxnLst/>
            <a:rect r="r" b="b" t="t" l="l"/>
            <a:pathLst>
              <a:path h="1087809" w="1020562">
                <a:moveTo>
                  <a:pt x="0" y="0"/>
                </a:moveTo>
                <a:lnTo>
                  <a:pt x="1020563" y="0"/>
                </a:lnTo>
                <a:lnTo>
                  <a:pt x="1020563" y="1087809"/>
                </a:lnTo>
                <a:lnTo>
                  <a:pt x="0" y="1087809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-50" t="0" r="-5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552498" y="6678984"/>
            <a:ext cx="5183005" cy="1121414"/>
          </a:xfrm>
          <a:custGeom>
            <a:avLst/>
            <a:gdLst/>
            <a:ahLst/>
            <a:cxnLst/>
            <a:rect r="r" b="b" t="t" l="l"/>
            <a:pathLst>
              <a:path h="1121414" w="5183005">
                <a:moveTo>
                  <a:pt x="0" y="0"/>
                </a:moveTo>
                <a:lnTo>
                  <a:pt x="5183005" y="0"/>
                </a:lnTo>
                <a:lnTo>
                  <a:pt x="5183005" y="1121414"/>
                </a:lnTo>
                <a:lnTo>
                  <a:pt x="0" y="1121414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-458" r="0" b="-458"/>
            </a:stretch>
          </a:blipFill>
        </p:spPr>
      </p: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12273296" y="5532500"/>
            <a:ext cx="1579229" cy="1397617"/>
            <a:chOff x="0" y="0"/>
            <a:chExt cx="2105639" cy="186348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05660" cy="1863471"/>
            </a:xfrm>
            <a:custGeom>
              <a:avLst/>
              <a:gdLst/>
              <a:ahLst/>
              <a:cxnLst/>
              <a:rect r="r" b="b" t="t" l="l"/>
              <a:pathLst>
                <a:path h="1863471" w="2105660">
                  <a:moveTo>
                    <a:pt x="0" y="0"/>
                  </a:moveTo>
                  <a:lnTo>
                    <a:pt x="2105660" y="0"/>
                  </a:lnTo>
                  <a:lnTo>
                    <a:pt x="2105660" y="1863471"/>
                  </a:lnTo>
                  <a:lnTo>
                    <a:pt x="0" y="186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 l="0" t="0" r="1" b="-128"/>
              </a:stretch>
            </a:blipFill>
          </p:spPr>
        </p:sp>
      </p:grp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1365091" y="2175589"/>
            <a:ext cx="1238409" cy="1095992"/>
            <a:chOff x="0" y="0"/>
            <a:chExt cx="1651212" cy="1461323"/>
          </a:xfrm>
        </p:grpSpPr>
        <p:sp>
          <p:nvSpPr>
            <p:cNvPr name="Freeform 30" id="30"/>
            <p:cNvSpPr/>
            <p:nvPr/>
          </p:nvSpPr>
          <p:spPr>
            <a:xfrm flipH="true" flipV="false" rot="0">
              <a:off x="0" y="0"/>
              <a:ext cx="1651254" cy="1461262"/>
            </a:xfrm>
            <a:custGeom>
              <a:avLst/>
              <a:gdLst/>
              <a:ahLst/>
              <a:cxnLst/>
              <a:rect r="r" b="b" t="t" l="l"/>
              <a:pathLst>
                <a:path h="1461262" w="1651254">
                  <a:moveTo>
                    <a:pt x="1651254" y="0"/>
                  </a:moveTo>
                  <a:lnTo>
                    <a:pt x="0" y="0"/>
                  </a:lnTo>
                  <a:lnTo>
                    <a:pt x="0" y="1461262"/>
                  </a:lnTo>
                  <a:lnTo>
                    <a:pt x="1651254" y="1461262"/>
                  </a:lnTo>
                  <a:lnTo>
                    <a:pt x="1651254" y="0"/>
                  </a:lnTo>
                  <a:close/>
                </a:path>
              </a:pathLst>
            </a:custGeom>
            <a:blipFill>
              <a:blip r:embed="rId33"/>
              <a:stretch>
                <a:fillRect l="0" t="0" r="2" b="-131"/>
              </a:stretch>
            </a:blipFill>
          </p:spPr>
        </p:sp>
      </p:grpSp>
      <p:grpSp>
        <p:nvGrpSpPr>
          <p:cNvPr name="Group 31" id="31"/>
          <p:cNvGrpSpPr>
            <a:grpSpLocks noChangeAspect="true"/>
          </p:cNvGrpSpPr>
          <p:nvPr/>
        </p:nvGrpSpPr>
        <p:grpSpPr>
          <a:xfrm rot="0">
            <a:off x="15427325" y="1629916"/>
            <a:ext cx="742480" cy="676978"/>
            <a:chOff x="0" y="0"/>
            <a:chExt cx="989973" cy="90263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89965" cy="902589"/>
            </a:xfrm>
            <a:custGeom>
              <a:avLst/>
              <a:gdLst/>
              <a:ahLst/>
              <a:cxnLst/>
              <a:rect r="r" b="b" t="t" l="l"/>
              <a:pathLst>
                <a:path h="902589" w="989965">
                  <a:moveTo>
                    <a:pt x="0" y="0"/>
                  </a:moveTo>
                  <a:lnTo>
                    <a:pt x="989965" y="0"/>
                  </a:lnTo>
                  <a:lnTo>
                    <a:pt x="989965" y="902589"/>
                  </a:lnTo>
                  <a:lnTo>
                    <a:pt x="0" y="902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 l="0" t="0" r="-66793" b="-62108"/>
              </a:stretch>
            </a:blip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3410992" y="7347618"/>
            <a:ext cx="955341" cy="1910682"/>
          </a:xfrm>
          <a:custGeom>
            <a:avLst/>
            <a:gdLst/>
            <a:ahLst/>
            <a:cxnLst/>
            <a:rect r="r" b="b" t="t" l="l"/>
            <a:pathLst>
              <a:path h="1910682" w="955341">
                <a:moveTo>
                  <a:pt x="0" y="0"/>
                </a:moveTo>
                <a:lnTo>
                  <a:pt x="955341" y="0"/>
                </a:lnTo>
                <a:lnTo>
                  <a:pt x="955341" y="1910682"/>
                </a:lnTo>
                <a:lnTo>
                  <a:pt x="0" y="1910682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-248" t="0" r="-248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5237754" y="7070740"/>
            <a:ext cx="1121621" cy="2187560"/>
          </a:xfrm>
          <a:custGeom>
            <a:avLst/>
            <a:gdLst/>
            <a:ahLst/>
            <a:cxnLst/>
            <a:rect r="r" b="b" t="t" l="l"/>
            <a:pathLst>
              <a:path h="2187560" w="1121621">
                <a:moveTo>
                  <a:pt x="0" y="0"/>
                </a:moveTo>
                <a:lnTo>
                  <a:pt x="1121621" y="0"/>
                </a:lnTo>
                <a:lnTo>
                  <a:pt x="1121621" y="2187560"/>
                </a:lnTo>
                <a:lnTo>
                  <a:pt x="0" y="2187560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-30" t="0" r="-3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4294127" y="8094209"/>
            <a:ext cx="776766" cy="1164091"/>
          </a:xfrm>
          <a:custGeom>
            <a:avLst/>
            <a:gdLst/>
            <a:ahLst/>
            <a:cxnLst/>
            <a:rect r="r" b="b" t="t" l="l"/>
            <a:pathLst>
              <a:path h="1164091" w="776766">
                <a:moveTo>
                  <a:pt x="0" y="0"/>
                </a:moveTo>
                <a:lnTo>
                  <a:pt x="776766" y="0"/>
                </a:lnTo>
                <a:lnTo>
                  <a:pt x="776766" y="1164091"/>
                </a:lnTo>
                <a:lnTo>
                  <a:pt x="0" y="1164091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-45" r="0" b="-45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7180853" y="6359580"/>
            <a:ext cx="3916769" cy="1303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8"/>
              </a:lnSpc>
            </a:pPr>
            <a:r>
              <a:rPr lang="en-US" sz="5698">
                <a:solidFill>
                  <a:srgbClr val="160059"/>
                </a:solidFill>
                <a:latin typeface="SuperDario"/>
                <a:ea typeface="SuperDario"/>
                <a:cs typeface="SuperDario"/>
                <a:sym typeface="SuperDario"/>
              </a:rPr>
              <a:t>Fruits Edition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277290" y="622992"/>
            <a:ext cx="8246308" cy="1493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>
                <a:solidFill>
                  <a:srgbClr val="2E1B5B"/>
                </a:solidFill>
                <a:latin typeface="Retropix"/>
                <a:ea typeface="Retropix"/>
                <a:cs typeface="Retropix"/>
                <a:sym typeface="Retropix"/>
              </a:rPr>
              <a:t>PRESENTASI MEMBUAT WEBSITE CRUD</a:t>
            </a:r>
          </a:p>
          <a:p>
            <a:pPr algn="ctr">
              <a:lnSpc>
                <a:spcPts val="5319"/>
              </a:lnSpc>
            </a:pP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976049" y="6930117"/>
            <a:ext cx="1104828" cy="2328183"/>
          </a:xfrm>
          <a:custGeom>
            <a:avLst/>
            <a:gdLst/>
            <a:ahLst/>
            <a:cxnLst/>
            <a:rect r="r" b="b" t="t" l="l"/>
            <a:pathLst>
              <a:path h="2328183" w="1104828">
                <a:moveTo>
                  <a:pt x="0" y="0"/>
                </a:moveTo>
                <a:lnTo>
                  <a:pt x="1104828" y="0"/>
                </a:lnTo>
                <a:lnTo>
                  <a:pt x="1104828" y="2328183"/>
                </a:lnTo>
                <a:lnTo>
                  <a:pt x="0" y="2328183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-113" r="0" b="-113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D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5414" y="4212678"/>
            <a:ext cx="9144000" cy="5045622"/>
          </a:xfrm>
          <a:custGeom>
            <a:avLst/>
            <a:gdLst/>
            <a:ahLst/>
            <a:cxnLst/>
            <a:rect r="r" b="b" t="t" l="l"/>
            <a:pathLst>
              <a:path h="5045622" w="9144000">
                <a:moveTo>
                  <a:pt x="0" y="0"/>
                </a:moveTo>
                <a:lnTo>
                  <a:pt x="9144000" y="0"/>
                </a:lnTo>
                <a:lnTo>
                  <a:pt x="9144000" y="5045622"/>
                </a:lnTo>
                <a:lnTo>
                  <a:pt x="0" y="5045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20" r="0" b="-12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79889" y="4212678"/>
            <a:ext cx="9144000" cy="5045622"/>
          </a:xfrm>
          <a:custGeom>
            <a:avLst/>
            <a:gdLst/>
            <a:ahLst/>
            <a:cxnLst/>
            <a:rect r="r" b="b" t="t" l="l"/>
            <a:pathLst>
              <a:path h="5045622" w="9144000">
                <a:moveTo>
                  <a:pt x="0" y="0"/>
                </a:moveTo>
                <a:lnTo>
                  <a:pt x="9144000" y="0"/>
                </a:lnTo>
                <a:lnTo>
                  <a:pt x="9144000" y="5045622"/>
                </a:lnTo>
                <a:lnTo>
                  <a:pt x="0" y="5045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20" r="0" b="-12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495470" y="4690648"/>
            <a:ext cx="2961157" cy="4114800"/>
            <a:chOff x="0" y="0"/>
            <a:chExt cx="3948209" cy="548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948176" cy="5486400"/>
            </a:xfrm>
            <a:custGeom>
              <a:avLst/>
              <a:gdLst/>
              <a:ahLst/>
              <a:cxnLst/>
              <a:rect r="r" b="b" t="t" l="l"/>
              <a:pathLst>
                <a:path h="5486400" w="3948176">
                  <a:moveTo>
                    <a:pt x="0" y="0"/>
                  </a:moveTo>
                  <a:lnTo>
                    <a:pt x="3948176" y="0"/>
                  </a:lnTo>
                  <a:lnTo>
                    <a:pt x="3948176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4830135" y="4690648"/>
            <a:ext cx="2961157" cy="4114800"/>
            <a:chOff x="0" y="0"/>
            <a:chExt cx="3948209" cy="548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48176" cy="5486400"/>
            </a:xfrm>
            <a:custGeom>
              <a:avLst/>
              <a:gdLst/>
              <a:ahLst/>
              <a:cxnLst/>
              <a:rect r="r" b="b" t="t" l="l"/>
              <a:pathLst>
                <a:path h="5486400" w="3948176">
                  <a:moveTo>
                    <a:pt x="0" y="0"/>
                  </a:moveTo>
                  <a:lnTo>
                    <a:pt x="3948176" y="0"/>
                  </a:lnTo>
                  <a:lnTo>
                    <a:pt x="3948176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321298" y="9052705"/>
            <a:ext cx="9875356" cy="1687788"/>
          </a:xfrm>
          <a:custGeom>
            <a:avLst/>
            <a:gdLst/>
            <a:ahLst/>
            <a:cxnLst/>
            <a:rect r="r" b="b" t="t" l="l"/>
            <a:pathLst>
              <a:path h="1687788" w="9875356">
                <a:moveTo>
                  <a:pt x="0" y="0"/>
                </a:moveTo>
                <a:lnTo>
                  <a:pt x="9875356" y="0"/>
                </a:lnTo>
                <a:lnTo>
                  <a:pt x="9875356" y="1687788"/>
                </a:lnTo>
                <a:lnTo>
                  <a:pt x="0" y="16877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16" r="0" b="-216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733942" y="9052705"/>
            <a:ext cx="9875356" cy="1687788"/>
          </a:xfrm>
          <a:custGeom>
            <a:avLst/>
            <a:gdLst/>
            <a:ahLst/>
            <a:cxnLst/>
            <a:rect r="r" b="b" t="t" l="l"/>
            <a:pathLst>
              <a:path h="1687788" w="9875356">
                <a:moveTo>
                  <a:pt x="0" y="0"/>
                </a:moveTo>
                <a:lnTo>
                  <a:pt x="9875356" y="0"/>
                </a:lnTo>
                <a:lnTo>
                  <a:pt x="9875356" y="1687788"/>
                </a:lnTo>
                <a:lnTo>
                  <a:pt x="0" y="16877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16" r="0" b="-216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21298" y="7866439"/>
            <a:ext cx="4594693" cy="1186266"/>
          </a:xfrm>
          <a:custGeom>
            <a:avLst/>
            <a:gdLst/>
            <a:ahLst/>
            <a:cxnLst/>
            <a:rect r="r" b="b" t="t" l="l"/>
            <a:pathLst>
              <a:path h="1186266" w="4594693">
                <a:moveTo>
                  <a:pt x="0" y="0"/>
                </a:moveTo>
                <a:lnTo>
                  <a:pt x="4594693" y="0"/>
                </a:lnTo>
                <a:lnTo>
                  <a:pt x="4594693" y="1186266"/>
                </a:lnTo>
                <a:lnTo>
                  <a:pt x="0" y="11862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19" r="0" b="-119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4178110" y="7866439"/>
            <a:ext cx="4594693" cy="1186266"/>
          </a:xfrm>
          <a:custGeom>
            <a:avLst/>
            <a:gdLst/>
            <a:ahLst/>
            <a:cxnLst/>
            <a:rect r="r" b="b" t="t" l="l"/>
            <a:pathLst>
              <a:path h="1186266" w="4594693">
                <a:moveTo>
                  <a:pt x="4594693" y="0"/>
                </a:moveTo>
                <a:lnTo>
                  <a:pt x="0" y="0"/>
                </a:lnTo>
                <a:lnTo>
                  <a:pt x="0" y="1186266"/>
                </a:lnTo>
                <a:lnTo>
                  <a:pt x="4594693" y="1186266"/>
                </a:lnTo>
                <a:lnTo>
                  <a:pt x="459469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19" r="0" b="-119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1028700"/>
            <a:ext cx="1020562" cy="1087809"/>
          </a:xfrm>
          <a:custGeom>
            <a:avLst/>
            <a:gdLst/>
            <a:ahLst/>
            <a:cxnLst/>
            <a:rect r="r" b="b" t="t" l="l"/>
            <a:pathLst>
              <a:path h="1087809" w="1020562">
                <a:moveTo>
                  <a:pt x="0" y="0"/>
                </a:moveTo>
                <a:lnTo>
                  <a:pt x="1020562" y="0"/>
                </a:lnTo>
                <a:lnTo>
                  <a:pt x="1020562" y="1087809"/>
                </a:lnTo>
                <a:lnTo>
                  <a:pt x="0" y="10878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0" t="0" r="-5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162270" y="1028700"/>
            <a:ext cx="1020562" cy="1087809"/>
          </a:xfrm>
          <a:custGeom>
            <a:avLst/>
            <a:gdLst/>
            <a:ahLst/>
            <a:cxnLst/>
            <a:rect r="r" b="b" t="t" l="l"/>
            <a:pathLst>
              <a:path h="1087809" w="1020562">
                <a:moveTo>
                  <a:pt x="0" y="0"/>
                </a:moveTo>
                <a:lnTo>
                  <a:pt x="1020562" y="0"/>
                </a:lnTo>
                <a:lnTo>
                  <a:pt x="1020562" y="1087809"/>
                </a:lnTo>
                <a:lnTo>
                  <a:pt x="0" y="108780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50" t="0" r="-5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406337" y="1028700"/>
            <a:ext cx="1020562" cy="1087809"/>
          </a:xfrm>
          <a:custGeom>
            <a:avLst/>
            <a:gdLst/>
            <a:ahLst/>
            <a:cxnLst/>
            <a:rect r="r" b="b" t="t" l="l"/>
            <a:pathLst>
              <a:path h="1087809" w="1020562">
                <a:moveTo>
                  <a:pt x="0" y="0"/>
                </a:moveTo>
                <a:lnTo>
                  <a:pt x="1020563" y="0"/>
                </a:lnTo>
                <a:lnTo>
                  <a:pt x="1020563" y="1087809"/>
                </a:lnTo>
                <a:lnTo>
                  <a:pt x="0" y="108780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50" t="0" r="-5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295839" y="1040996"/>
            <a:ext cx="997491" cy="1063216"/>
          </a:xfrm>
          <a:custGeom>
            <a:avLst/>
            <a:gdLst/>
            <a:ahLst/>
            <a:cxnLst/>
            <a:rect r="r" b="b" t="t" l="l"/>
            <a:pathLst>
              <a:path h="1063216" w="997491">
                <a:moveTo>
                  <a:pt x="0" y="0"/>
                </a:moveTo>
                <a:lnTo>
                  <a:pt x="997491" y="0"/>
                </a:lnTo>
                <a:lnTo>
                  <a:pt x="997491" y="1063217"/>
                </a:lnTo>
                <a:lnTo>
                  <a:pt x="0" y="106321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36" r="0" b="-36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539906" y="1028700"/>
            <a:ext cx="1020562" cy="1087809"/>
          </a:xfrm>
          <a:custGeom>
            <a:avLst/>
            <a:gdLst/>
            <a:ahLst/>
            <a:cxnLst/>
            <a:rect r="r" b="b" t="t" l="l"/>
            <a:pathLst>
              <a:path h="1087809" w="1020562">
                <a:moveTo>
                  <a:pt x="0" y="0"/>
                </a:moveTo>
                <a:lnTo>
                  <a:pt x="1020563" y="0"/>
                </a:lnTo>
                <a:lnTo>
                  <a:pt x="1020563" y="1087809"/>
                </a:lnTo>
                <a:lnTo>
                  <a:pt x="0" y="108780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50" t="0" r="-5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894344" y="1040996"/>
            <a:ext cx="997491" cy="1063217"/>
          </a:xfrm>
          <a:custGeom>
            <a:avLst/>
            <a:gdLst/>
            <a:ahLst/>
            <a:cxnLst/>
            <a:rect r="r" b="b" t="t" l="l"/>
            <a:pathLst>
              <a:path h="1063217" w="997491">
                <a:moveTo>
                  <a:pt x="0" y="0"/>
                </a:moveTo>
                <a:lnTo>
                  <a:pt x="997491" y="0"/>
                </a:lnTo>
                <a:lnTo>
                  <a:pt x="997491" y="1063217"/>
                </a:lnTo>
                <a:lnTo>
                  <a:pt x="0" y="106321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36" r="0" b="-36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197652" y="1040996"/>
            <a:ext cx="1009027" cy="1075513"/>
          </a:xfrm>
          <a:custGeom>
            <a:avLst/>
            <a:gdLst/>
            <a:ahLst/>
            <a:cxnLst/>
            <a:rect r="r" b="b" t="t" l="l"/>
            <a:pathLst>
              <a:path h="1075513" w="1009027">
                <a:moveTo>
                  <a:pt x="0" y="0"/>
                </a:moveTo>
                <a:lnTo>
                  <a:pt x="1009027" y="0"/>
                </a:lnTo>
                <a:lnTo>
                  <a:pt x="1009027" y="1075513"/>
                </a:lnTo>
                <a:lnTo>
                  <a:pt x="0" y="107551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6" r="0" b="-6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349097" y="1040996"/>
            <a:ext cx="402829" cy="1075513"/>
          </a:xfrm>
          <a:custGeom>
            <a:avLst/>
            <a:gdLst/>
            <a:ahLst/>
            <a:cxnLst/>
            <a:rect r="r" b="b" t="t" l="l"/>
            <a:pathLst>
              <a:path h="1075513" w="402829">
                <a:moveTo>
                  <a:pt x="0" y="0"/>
                </a:moveTo>
                <a:lnTo>
                  <a:pt x="402829" y="0"/>
                </a:lnTo>
                <a:lnTo>
                  <a:pt x="402829" y="1075513"/>
                </a:lnTo>
                <a:lnTo>
                  <a:pt x="0" y="107551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799" t="0" r="-799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034252" y="1040996"/>
            <a:ext cx="997491" cy="1063217"/>
          </a:xfrm>
          <a:custGeom>
            <a:avLst/>
            <a:gdLst/>
            <a:ahLst/>
            <a:cxnLst/>
            <a:rect r="r" b="b" t="t" l="l"/>
            <a:pathLst>
              <a:path h="1063217" w="997491">
                <a:moveTo>
                  <a:pt x="0" y="0"/>
                </a:moveTo>
                <a:lnTo>
                  <a:pt x="997491" y="0"/>
                </a:lnTo>
                <a:lnTo>
                  <a:pt x="997491" y="1063217"/>
                </a:lnTo>
                <a:lnTo>
                  <a:pt x="0" y="106321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-36" r="0" b="-36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174161" y="1040996"/>
            <a:ext cx="997491" cy="1063217"/>
          </a:xfrm>
          <a:custGeom>
            <a:avLst/>
            <a:gdLst/>
            <a:ahLst/>
            <a:cxnLst/>
            <a:rect r="r" b="b" t="t" l="l"/>
            <a:pathLst>
              <a:path h="1063217" w="997491">
                <a:moveTo>
                  <a:pt x="0" y="0"/>
                </a:moveTo>
                <a:lnTo>
                  <a:pt x="997491" y="0"/>
                </a:lnTo>
                <a:lnTo>
                  <a:pt x="997491" y="1063217"/>
                </a:lnTo>
                <a:lnTo>
                  <a:pt x="0" y="106321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-36" r="0" b="-36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261809" y="1100077"/>
            <a:ext cx="997491" cy="1063216"/>
          </a:xfrm>
          <a:custGeom>
            <a:avLst/>
            <a:gdLst/>
            <a:ahLst/>
            <a:cxnLst/>
            <a:rect r="r" b="b" t="t" l="l"/>
            <a:pathLst>
              <a:path h="1063216" w="997491">
                <a:moveTo>
                  <a:pt x="0" y="0"/>
                </a:moveTo>
                <a:lnTo>
                  <a:pt x="997491" y="0"/>
                </a:lnTo>
                <a:lnTo>
                  <a:pt x="997491" y="1063217"/>
                </a:lnTo>
                <a:lnTo>
                  <a:pt x="0" y="106321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-36" r="0" b="-36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808835" y="1087781"/>
            <a:ext cx="1020562" cy="1087809"/>
          </a:xfrm>
          <a:custGeom>
            <a:avLst/>
            <a:gdLst/>
            <a:ahLst/>
            <a:cxnLst/>
            <a:rect r="r" b="b" t="t" l="l"/>
            <a:pathLst>
              <a:path h="1087809" w="1020562">
                <a:moveTo>
                  <a:pt x="0" y="0"/>
                </a:moveTo>
                <a:lnTo>
                  <a:pt x="1020562" y="0"/>
                </a:lnTo>
                <a:lnTo>
                  <a:pt x="1020562" y="1087809"/>
                </a:lnTo>
                <a:lnTo>
                  <a:pt x="0" y="1087809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-50" t="0" r="-5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968624" y="1087781"/>
            <a:ext cx="1020562" cy="1087809"/>
          </a:xfrm>
          <a:custGeom>
            <a:avLst/>
            <a:gdLst/>
            <a:ahLst/>
            <a:cxnLst/>
            <a:rect r="r" b="b" t="t" l="l"/>
            <a:pathLst>
              <a:path h="1087809" w="1020562">
                <a:moveTo>
                  <a:pt x="0" y="0"/>
                </a:moveTo>
                <a:lnTo>
                  <a:pt x="1020563" y="0"/>
                </a:lnTo>
                <a:lnTo>
                  <a:pt x="1020563" y="1087809"/>
                </a:lnTo>
                <a:lnTo>
                  <a:pt x="0" y="1087809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-50" t="0" r="-5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097686" y="1087781"/>
            <a:ext cx="1020562" cy="1087809"/>
          </a:xfrm>
          <a:custGeom>
            <a:avLst/>
            <a:gdLst/>
            <a:ahLst/>
            <a:cxnLst/>
            <a:rect r="r" b="b" t="t" l="l"/>
            <a:pathLst>
              <a:path h="1087809" w="1020562">
                <a:moveTo>
                  <a:pt x="0" y="0"/>
                </a:moveTo>
                <a:lnTo>
                  <a:pt x="1020563" y="0"/>
                </a:lnTo>
                <a:lnTo>
                  <a:pt x="1020563" y="1087809"/>
                </a:lnTo>
                <a:lnTo>
                  <a:pt x="0" y="1087809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-50" t="0" r="-50" b="0"/>
            </a:stretch>
          </a:blipFill>
        </p:spPr>
      </p: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12808835" y="5633439"/>
            <a:ext cx="1579229" cy="1397617"/>
            <a:chOff x="0" y="0"/>
            <a:chExt cx="2105639" cy="186348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05660" cy="1863471"/>
            </a:xfrm>
            <a:custGeom>
              <a:avLst/>
              <a:gdLst/>
              <a:ahLst/>
              <a:cxnLst/>
              <a:rect r="r" b="b" t="t" l="l"/>
              <a:pathLst>
                <a:path h="1863471" w="2105660">
                  <a:moveTo>
                    <a:pt x="0" y="0"/>
                  </a:moveTo>
                  <a:lnTo>
                    <a:pt x="2105660" y="0"/>
                  </a:lnTo>
                  <a:lnTo>
                    <a:pt x="2105660" y="1863471"/>
                  </a:lnTo>
                  <a:lnTo>
                    <a:pt x="0" y="186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 l="0" t="0" r="1" b="-128"/>
              </a:stretch>
            </a:blipFill>
          </p:spPr>
        </p:sp>
      </p:grp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4073445" y="6200052"/>
            <a:ext cx="1238409" cy="1095992"/>
            <a:chOff x="0" y="0"/>
            <a:chExt cx="1651212" cy="1461323"/>
          </a:xfrm>
        </p:grpSpPr>
        <p:sp>
          <p:nvSpPr>
            <p:cNvPr name="Freeform 29" id="29"/>
            <p:cNvSpPr/>
            <p:nvPr/>
          </p:nvSpPr>
          <p:spPr>
            <a:xfrm flipH="true" flipV="false" rot="0">
              <a:off x="0" y="0"/>
              <a:ext cx="1651254" cy="1461262"/>
            </a:xfrm>
            <a:custGeom>
              <a:avLst/>
              <a:gdLst/>
              <a:ahLst/>
              <a:cxnLst/>
              <a:rect r="r" b="b" t="t" l="l"/>
              <a:pathLst>
                <a:path h="1461262" w="1651254">
                  <a:moveTo>
                    <a:pt x="1651254" y="0"/>
                  </a:moveTo>
                  <a:lnTo>
                    <a:pt x="0" y="0"/>
                  </a:lnTo>
                  <a:lnTo>
                    <a:pt x="0" y="1461262"/>
                  </a:lnTo>
                  <a:lnTo>
                    <a:pt x="1651254" y="1461262"/>
                  </a:lnTo>
                  <a:lnTo>
                    <a:pt x="1651254" y="0"/>
                  </a:lnTo>
                  <a:close/>
                </a:path>
              </a:pathLst>
            </a:custGeom>
            <a:blipFill>
              <a:blip r:embed="rId31"/>
              <a:stretch>
                <a:fillRect l="0" t="0" r="2" b="-131"/>
              </a:stretch>
            </a:blipFill>
          </p:spPr>
        </p:sp>
      </p:grp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8401520" y="3012210"/>
            <a:ext cx="742480" cy="676978"/>
            <a:chOff x="0" y="0"/>
            <a:chExt cx="989973" cy="90263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89965" cy="902589"/>
            </a:xfrm>
            <a:custGeom>
              <a:avLst/>
              <a:gdLst/>
              <a:ahLst/>
              <a:cxnLst/>
              <a:rect r="r" b="b" t="t" l="l"/>
              <a:pathLst>
                <a:path h="902589" w="989965">
                  <a:moveTo>
                    <a:pt x="0" y="0"/>
                  </a:moveTo>
                  <a:lnTo>
                    <a:pt x="989965" y="0"/>
                  </a:lnTo>
                  <a:lnTo>
                    <a:pt x="989965" y="902589"/>
                  </a:lnTo>
                  <a:lnTo>
                    <a:pt x="0" y="902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 l="0" t="0" r="-66793" b="-62108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273395" y="4527388"/>
            <a:ext cx="9753068" cy="3051608"/>
            <a:chOff x="0" y="0"/>
            <a:chExt cx="13004091" cy="406881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004165" cy="4068826"/>
            </a:xfrm>
            <a:custGeom>
              <a:avLst/>
              <a:gdLst/>
              <a:ahLst/>
              <a:cxnLst/>
              <a:rect r="r" b="b" t="t" l="l"/>
              <a:pathLst>
                <a:path h="4068826" w="13004165">
                  <a:moveTo>
                    <a:pt x="12538075" y="4068826"/>
                  </a:moveTo>
                  <a:lnTo>
                    <a:pt x="466090" y="4068826"/>
                  </a:lnTo>
                  <a:cubicBezTo>
                    <a:pt x="209296" y="4068826"/>
                    <a:pt x="0" y="3860419"/>
                    <a:pt x="0" y="3604641"/>
                  </a:cubicBezTo>
                  <a:lnTo>
                    <a:pt x="0" y="464185"/>
                  </a:lnTo>
                  <a:cubicBezTo>
                    <a:pt x="0" y="208407"/>
                    <a:pt x="209296" y="0"/>
                    <a:pt x="466090" y="0"/>
                  </a:cubicBezTo>
                  <a:lnTo>
                    <a:pt x="12538075" y="0"/>
                  </a:lnTo>
                  <a:cubicBezTo>
                    <a:pt x="12794869" y="0"/>
                    <a:pt x="13004165" y="208407"/>
                    <a:pt x="13004165" y="464185"/>
                  </a:cubicBezTo>
                  <a:lnTo>
                    <a:pt x="13004165" y="3604641"/>
                  </a:lnTo>
                  <a:cubicBezTo>
                    <a:pt x="13004165" y="3860419"/>
                    <a:pt x="12794869" y="4068826"/>
                    <a:pt x="12538075" y="40688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6190238" y="4837294"/>
            <a:ext cx="7318147" cy="1484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sz="256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KELOMPOK NAMA ANGGOTA ;</a:t>
            </a:r>
          </a:p>
          <a:p>
            <a:pPr algn="l">
              <a:lnSpc>
                <a:spcPts val="3846"/>
              </a:lnSpc>
            </a:pPr>
            <a:r>
              <a:rPr lang="en-US" sz="256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1.RIO MUSYAFA ZIDAN</a:t>
            </a:r>
          </a:p>
          <a:p>
            <a:pPr algn="l">
              <a:lnSpc>
                <a:spcPts val="3846"/>
              </a:lnSpc>
            </a:pPr>
            <a:r>
              <a:rPr lang="en-US" sz="256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2.RADIFAN BAGUS W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4732026" y="5223703"/>
            <a:ext cx="1027645" cy="1098351"/>
            <a:chOff x="0" y="0"/>
            <a:chExt cx="1370193" cy="146446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70203" cy="1464437"/>
            </a:xfrm>
            <a:custGeom>
              <a:avLst/>
              <a:gdLst/>
              <a:ahLst/>
              <a:cxnLst/>
              <a:rect r="r" b="b" t="t" l="l"/>
              <a:pathLst>
                <a:path h="1464437" w="1370203">
                  <a:moveTo>
                    <a:pt x="0" y="0"/>
                  </a:moveTo>
                  <a:lnTo>
                    <a:pt x="1370203" y="0"/>
                  </a:lnTo>
                  <a:lnTo>
                    <a:pt x="1370203" y="1464437"/>
                  </a:lnTo>
                  <a:lnTo>
                    <a:pt x="0" y="1464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 l="-100" t="0" r="-99" b="-2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D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" y="4037127"/>
            <a:ext cx="9144000" cy="5045622"/>
          </a:xfrm>
          <a:custGeom>
            <a:avLst/>
            <a:gdLst/>
            <a:ahLst/>
            <a:cxnLst/>
            <a:rect r="r" b="b" t="t" l="l"/>
            <a:pathLst>
              <a:path h="5045622" w="9144000">
                <a:moveTo>
                  <a:pt x="0" y="0"/>
                </a:moveTo>
                <a:lnTo>
                  <a:pt x="9144000" y="0"/>
                </a:lnTo>
                <a:lnTo>
                  <a:pt x="9144000" y="5045622"/>
                </a:lnTo>
                <a:lnTo>
                  <a:pt x="0" y="5045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20" r="0" b="-12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39237" y="4037127"/>
            <a:ext cx="9144000" cy="5045622"/>
          </a:xfrm>
          <a:custGeom>
            <a:avLst/>
            <a:gdLst/>
            <a:ahLst/>
            <a:cxnLst/>
            <a:rect r="r" b="b" t="t" l="l"/>
            <a:pathLst>
              <a:path h="5045622" w="9144000">
                <a:moveTo>
                  <a:pt x="0" y="0"/>
                </a:moveTo>
                <a:lnTo>
                  <a:pt x="9144000" y="0"/>
                </a:lnTo>
                <a:lnTo>
                  <a:pt x="9144000" y="5045622"/>
                </a:lnTo>
                <a:lnTo>
                  <a:pt x="0" y="5045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20" r="0" b="-12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1298" y="9052705"/>
            <a:ext cx="9875356" cy="1687788"/>
          </a:xfrm>
          <a:custGeom>
            <a:avLst/>
            <a:gdLst/>
            <a:ahLst/>
            <a:cxnLst/>
            <a:rect r="r" b="b" t="t" l="l"/>
            <a:pathLst>
              <a:path h="1687788" w="9875356">
                <a:moveTo>
                  <a:pt x="0" y="0"/>
                </a:moveTo>
                <a:lnTo>
                  <a:pt x="9875356" y="0"/>
                </a:lnTo>
                <a:lnTo>
                  <a:pt x="9875356" y="1687788"/>
                </a:lnTo>
                <a:lnTo>
                  <a:pt x="0" y="1687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16" r="0" b="-21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33942" y="9052705"/>
            <a:ext cx="9875356" cy="1687788"/>
          </a:xfrm>
          <a:custGeom>
            <a:avLst/>
            <a:gdLst/>
            <a:ahLst/>
            <a:cxnLst/>
            <a:rect r="r" b="b" t="t" l="l"/>
            <a:pathLst>
              <a:path h="1687788" w="9875356">
                <a:moveTo>
                  <a:pt x="0" y="0"/>
                </a:moveTo>
                <a:lnTo>
                  <a:pt x="9875356" y="0"/>
                </a:lnTo>
                <a:lnTo>
                  <a:pt x="9875356" y="1687788"/>
                </a:lnTo>
                <a:lnTo>
                  <a:pt x="0" y="1687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16" r="0" b="-21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95495" y="1028700"/>
            <a:ext cx="1020563" cy="1087809"/>
          </a:xfrm>
          <a:custGeom>
            <a:avLst/>
            <a:gdLst/>
            <a:ahLst/>
            <a:cxnLst/>
            <a:rect r="r" b="b" t="t" l="l"/>
            <a:pathLst>
              <a:path h="1087809" w="1020563">
                <a:moveTo>
                  <a:pt x="0" y="0"/>
                </a:moveTo>
                <a:lnTo>
                  <a:pt x="1020562" y="0"/>
                </a:lnTo>
                <a:lnTo>
                  <a:pt x="1020562" y="1087809"/>
                </a:lnTo>
                <a:lnTo>
                  <a:pt x="0" y="1087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0" t="0" r="-5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96902" y="1028700"/>
            <a:ext cx="1020563" cy="1087809"/>
          </a:xfrm>
          <a:custGeom>
            <a:avLst/>
            <a:gdLst/>
            <a:ahLst/>
            <a:cxnLst/>
            <a:rect r="r" b="b" t="t" l="l"/>
            <a:pathLst>
              <a:path h="1087809" w="1020563">
                <a:moveTo>
                  <a:pt x="0" y="0"/>
                </a:moveTo>
                <a:lnTo>
                  <a:pt x="1020562" y="0"/>
                </a:lnTo>
                <a:lnTo>
                  <a:pt x="1020562" y="1087809"/>
                </a:lnTo>
                <a:lnTo>
                  <a:pt x="0" y="1087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0" t="0" r="-5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119702" y="1028700"/>
            <a:ext cx="402829" cy="1075513"/>
          </a:xfrm>
          <a:custGeom>
            <a:avLst/>
            <a:gdLst/>
            <a:ahLst/>
            <a:cxnLst/>
            <a:rect r="r" b="b" t="t" l="l"/>
            <a:pathLst>
              <a:path h="1075513" w="402829">
                <a:moveTo>
                  <a:pt x="0" y="0"/>
                </a:moveTo>
                <a:lnTo>
                  <a:pt x="402829" y="0"/>
                </a:lnTo>
                <a:lnTo>
                  <a:pt x="402829" y="1075513"/>
                </a:lnTo>
                <a:lnTo>
                  <a:pt x="0" y="10755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98" t="0" r="-798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891835" y="1028700"/>
            <a:ext cx="997491" cy="1063217"/>
          </a:xfrm>
          <a:custGeom>
            <a:avLst/>
            <a:gdLst/>
            <a:ahLst/>
            <a:cxnLst/>
            <a:rect r="r" b="b" t="t" l="l"/>
            <a:pathLst>
              <a:path h="1063217" w="997491">
                <a:moveTo>
                  <a:pt x="0" y="0"/>
                </a:moveTo>
                <a:lnTo>
                  <a:pt x="997491" y="0"/>
                </a:lnTo>
                <a:lnTo>
                  <a:pt x="997491" y="1063217"/>
                </a:lnTo>
                <a:lnTo>
                  <a:pt x="0" y="10632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36" r="0" b="-36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223633" y="1028700"/>
            <a:ext cx="997491" cy="1063217"/>
          </a:xfrm>
          <a:custGeom>
            <a:avLst/>
            <a:gdLst/>
            <a:ahLst/>
            <a:cxnLst/>
            <a:rect r="r" b="b" t="t" l="l"/>
            <a:pathLst>
              <a:path h="1063217" w="997491">
                <a:moveTo>
                  <a:pt x="0" y="0"/>
                </a:moveTo>
                <a:lnTo>
                  <a:pt x="997491" y="0"/>
                </a:lnTo>
                <a:lnTo>
                  <a:pt x="997491" y="1063217"/>
                </a:lnTo>
                <a:lnTo>
                  <a:pt x="0" y="10632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36" r="0" b="-36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773825" y="1028700"/>
            <a:ext cx="1020563" cy="1087809"/>
          </a:xfrm>
          <a:custGeom>
            <a:avLst/>
            <a:gdLst/>
            <a:ahLst/>
            <a:cxnLst/>
            <a:rect r="r" b="b" t="t" l="l"/>
            <a:pathLst>
              <a:path h="1087809" w="1020563">
                <a:moveTo>
                  <a:pt x="0" y="0"/>
                </a:moveTo>
                <a:lnTo>
                  <a:pt x="1020563" y="0"/>
                </a:lnTo>
                <a:lnTo>
                  <a:pt x="1020563" y="1087809"/>
                </a:lnTo>
                <a:lnTo>
                  <a:pt x="0" y="108780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50" t="0" r="-5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1028700"/>
            <a:ext cx="1020563" cy="1087809"/>
          </a:xfrm>
          <a:custGeom>
            <a:avLst/>
            <a:gdLst/>
            <a:ahLst/>
            <a:cxnLst/>
            <a:rect r="r" b="b" t="t" l="l"/>
            <a:pathLst>
              <a:path h="1087809" w="1020563">
                <a:moveTo>
                  <a:pt x="0" y="0"/>
                </a:moveTo>
                <a:lnTo>
                  <a:pt x="1020563" y="0"/>
                </a:lnTo>
                <a:lnTo>
                  <a:pt x="1020563" y="1087809"/>
                </a:lnTo>
                <a:lnTo>
                  <a:pt x="0" y="108780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50" t="0" r="-5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590428" y="1028700"/>
            <a:ext cx="1009027" cy="1075513"/>
          </a:xfrm>
          <a:custGeom>
            <a:avLst/>
            <a:gdLst/>
            <a:ahLst/>
            <a:cxnLst/>
            <a:rect r="r" b="b" t="t" l="l"/>
            <a:pathLst>
              <a:path h="1075513" w="1009027">
                <a:moveTo>
                  <a:pt x="0" y="0"/>
                </a:moveTo>
                <a:lnTo>
                  <a:pt x="1009027" y="0"/>
                </a:lnTo>
                <a:lnTo>
                  <a:pt x="1009027" y="1075513"/>
                </a:lnTo>
                <a:lnTo>
                  <a:pt x="0" y="107551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-6" r="0" b="-6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968758" y="1028700"/>
            <a:ext cx="976574" cy="1040921"/>
          </a:xfrm>
          <a:custGeom>
            <a:avLst/>
            <a:gdLst/>
            <a:ahLst/>
            <a:cxnLst/>
            <a:rect r="r" b="b" t="t" l="l"/>
            <a:pathLst>
              <a:path h="1040921" w="976574">
                <a:moveTo>
                  <a:pt x="0" y="0"/>
                </a:moveTo>
                <a:lnTo>
                  <a:pt x="976574" y="0"/>
                </a:lnTo>
                <a:lnTo>
                  <a:pt x="976574" y="1040921"/>
                </a:lnTo>
                <a:lnTo>
                  <a:pt x="0" y="104092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-97" r="0" b="-97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47874" y="2451909"/>
            <a:ext cx="4586476" cy="6404684"/>
          </a:xfrm>
          <a:custGeom>
            <a:avLst/>
            <a:gdLst/>
            <a:ahLst/>
            <a:cxnLst/>
            <a:rect r="r" b="b" t="t" l="l"/>
            <a:pathLst>
              <a:path h="6404684" w="4586476">
                <a:moveTo>
                  <a:pt x="0" y="0"/>
                </a:moveTo>
                <a:lnTo>
                  <a:pt x="4586476" y="0"/>
                </a:lnTo>
                <a:lnTo>
                  <a:pt x="4586476" y="6404683"/>
                </a:lnTo>
                <a:lnTo>
                  <a:pt x="0" y="640468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92250" y="3106639"/>
            <a:ext cx="667786" cy="711787"/>
          </a:xfrm>
          <a:custGeom>
            <a:avLst/>
            <a:gdLst/>
            <a:ahLst/>
            <a:cxnLst/>
            <a:rect r="r" b="b" t="t" l="l"/>
            <a:pathLst>
              <a:path h="711787" w="667786">
                <a:moveTo>
                  <a:pt x="0" y="0"/>
                </a:moveTo>
                <a:lnTo>
                  <a:pt x="667786" y="0"/>
                </a:lnTo>
                <a:lnTo>
                  <a:pt x="667786" y="711787"/>
                </a:lnTo>
                <a:lnTo>
                  <a:pt x="0" y="711787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-452" t="0" r="-452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158310" y="3106639"/>
            <a:ext cx="445190" cy="711787"/>
          </a:xfrm>
          <a:custGeom>
            <a:avLst/>
            <a:gdLst/>
            <a:ahLst/>
            <a:cxnLst/>
            <a:rect r="r" b="b" t="t" l="l"/>
            <a:pathLst>
              <a:path h="711787" w="445190">
                <a:moveTo>
                  <a:pt x="0" y="0"/>
                </a:moveTo>
                <a:lnTo>
                  <a:pt x="445190" y="0"/>
                </a:lnTo>
                <a:lnTo>
                  <a:pt x="445190" y="711787"/>
                </a:lnTo>
                <a:lnTo>
                  <a:pt x="0" y="711787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-96" t="0" r="-96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54553" y="4395898"/>
            <a:ext cx="3573119" cy="319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buka apk chatgpt lalu tuliskan prompt buatkan saya kode website saya canva ai digital lalu enter sampai muncul kodenya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25978" y="4152900"/>
            <a:ext cx="3630269" cy="57150"/>
            <a:chOff x="0" y="0"/>
            <a:chExt cx="4840359" cy="76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38100" y="0"/>
              <a:ext cx="4764151" cy="76200"/>
            </a:xfrm>
            <a:custGeom>
              <a:avLst/>
              <a:gdLst/>
              <a:ahLst/>
              <a:cxnLst/>
              <a:rect r="r" b="b" t="t" l="l"/>
              <a:pathLst>
                <a:path h="76200" w="4764151">
                  <a:moveTo>
                    <a:pt x="152400" y="0"/>
                  </a:moveTo>
                  <a:lnTo>
                    <a:pt x="228600" y="0"/>
                  </a:lnTo>
                  <a:lnTo>
                    <a:pt x="228600" y="76200"/>
                  </a:lnTo>
                  <a:lnTo>
                    <a:pt x="152400" y="76200"/>
                  </a:lnTo>
                  <a:close/>
                  <a:moveTo>
                    <a:pt x="304800" y="0"/>
                  </a:moveTo>
                  <a:lnTo>
                    <a:pt x="381000" y="0"/>
                  </a:lnTo>
                  <a:lnTo>
                    <a:pt x="381000" y="76200"/>
                  </a:lnTo>
                  <a:lnTo>
                    <a:pt x="304800" y="76200"/>
                  </a:lnTo>
                  <a:close/>
                  <a:moveTo>
                    <a:pt x="457200" y="0"/>
                  </a:moveTo>
                  <a:lnTo>
                    <a:pt x="533400" y="0"/>
                  </a:lnTo>
                  <a:lnTo>
                    <a:pt x="533400" y="76200"/>
                  </a:lnTo>
                  <a:lnTo>
                    <a:pt x="457200" y="76200"/>
                  </a:lnTo>
                  <a:close/>
                  <a:moveTo>
                    <a:pt x="609600" y="0"/>
                  </a:moveTo>
                  <a:lnTo>
                    <a:pt x="685800" y="0"/>
                  </a:lnTo>
                  <a:lnTo>
                    <a:pt x="685800" y="76200"/>
                  </a:lnTo>
                  <a:lnTo>
                    <a:pt x="609600" y="76200"/>
                  </a:lnTo>
                  <a:close/>
                  <a:moveTo>
                    <a:pt x="762000" y="0"/>
                  </a:moveTo>
                  <a:lnTo>
                    <a:pt x="838200" y="0"/>
                  </a:lnTo>
                  <a:lnTo>
                    <a:pt x="838200" y="76200"/>
                  </a:lnTo>
                  <a:lnTo>
                    <a:pt x="762000" y="76200"/>
                  </a:lnTo>
                  <a:close/>
                  <a:moveTo>
                    <a:pt x="914400" y="0"/>
                  </a:moveTo>
                  <a:lnTo>
                    <a:pt x="990600" y="0"/>
                  </a:lnTo>
                  <a:lnTo>
                    <a:pt x="990600" y="76200"/>
                  </a:lnTo>
                  <a:lnTo>
                    <a:pt x="914400" y="76200"/>
                  </a:lnTo>
                  <a:close/>
                  <a:moveTo>
                    <a:pt x="1066800" y="0"/>
                  </a:moveTo>
                  <a:lnTo>
                    <a:pt x="1143000" y="0"/>
                  </a:lnTo>
                  <a:lnTo>
                    <a:pt x="1143000" y="76200"/>
                  </a:lnTo>
                  <a:lnTo>
                    <a:pt x="1066800" y="76200"/>
                  </a:lnTo>
                  <a:close/>
                  <a:moveTo>
                    <a:pt x="1219200" y="0"/>
                  </a:moveTo>
                  <a:lnTo>
                    <a:pt x="1295400" y="0"/>
                  </a:lnTo>
                  <a:lnTo>
                    <a:pt x="1295400" y="76200"/>
                  </a:lnTo>
                  <a:lnTo>
                    <a:pt x="1219200" y="76200"/>
                  </a:lnTo>
                  <a:close/>
                  <a:moveTo>
                    <a:pt x="1371600" y="76200"/>
                  </a:moveTo>
                  <a:lnTo>
                    <a:pt x="1447800" y="76200"/>
                  </a:lnTo>
                  <a:lnTo>
                    <a:pt x="1371600" y="76200"/>
                  </a:lnTo>
                  <a:close/>
                  <a:moveTo>
                    <a:pt x="1524000" y="76200"/>
                  </a:moveTo>
                  <a:lnTo>
                    <a:pt x="1600200" y="76200"/>
                  </a:lnTo>
                  <a:lnTo>
                    <a:pt x="1524000" y="76200"/>
                  </a:lnTo>
                  <a:close/>
                  <a:moveTo>
                    <a:pt x="1676400" y="76200"/>
                  </a:moveTo>
                  <a:lnTo>
                    <a:pt x="1752600" y="76200"/>
                  </a:lnTo>
                  <a:lnTo>
                    <a:pt x="1676400" y="76200"/>
                  </a:lnTo>
                  <a:close/>
                  <a:moveTo>
                    <a:pt x="1828800" y="76200"/>
                  </a:moveTo>
                  <a:lnTo>
                    <a:pt x="1905000" y="76200"/>
                  </a:lnTo>
                  <a:lnTo>
                    <a:pt x="1828800" y="76200"/>
                  </a:lnTo>
                  <a:close/>
                  <a:moveTo>
                    <a:pt x="1981200" y="76200"/>
                  </a:moveTo>
                  <a:lnTo>
                    <a:pt x="2057400" y="76200"/>
                  </a:lnTo>
                  <a:lnTo>
                    <a:pt x="1981200" y="76200"/>
                  </a:lnTo>
                  <a:close/>
                  <a:moveTo>
                    <a:pt x="2133600" y="76200"/>
                  </a:moveTo>
                  <a:lnTo>
                    <a:pt x="2209800" y="76200"/>
                  </a:lnTo>
                  <a:lnTo>
                    <a:pt x="2133600" y="76200"/>
                  </a:lnTo>
                  <a:close/>
                  <a:moveTo>
                    <a:pt x="2286000" y="76200"/>
                  </a:moveTo>
                  <a:lnTo>
                    <a:pt x="2362200" y="76200"/>
                  </a:lnTo>
                  <a:lnTo>
                    <a:pt x="2286000" y="76200"/>
                  </a:lnTo>
                  <a:close/>
                  <a:moveTo>
                    <a:pt x="2438400" y="76200"/>
                  </a:moveTo>
                  <a:lnTo>
                    <a:pt x="2514600" y="76200"/>
                  </a:lnTo>
                  <a:lnTo>
                    <a:pt x="2438400" y="76200"/>
                  </a:lnTo>
                  <a:close/>
                  <a:moveTo>
                    <a:pt x="2590800" y="76200"/>
                  </a:moveTo>
                  <a:lnTo>
                    <a:pt x="2667000" y="76200"/>
                  </a:lnTo>
                  <a:lnTo>
                    <a:pt x="2590800" y="76200"/>
                  </a:lnTo>
                  <a:close/>
                  <a:moveTo>
                    <a:pt x="2743200" y="76200"/>
                  </a:moveTo>
                  <a:lnTo>
                    <a:pt x="2819400" y="76200"/>
                  </a:lnTo>
                  <a:lnTo>
                    <a:pt x="2743200" y="76200"/>
                  </a:lnTo>
                  <a:close/>
                  <a:moveTo>
                    <a:pt x="2895600" y="76200"/>
                  </a:moveTo>
                  <a:lnTo>
                    <a:pt x="2971800" y="76200"/>
                  </a:lnTo>
                  <a:lnTo>
                    <a:pt x="2895600" y="76200"/>
                  </a:lnTo>
                  <a:close/>
                  <a:moveTo>
                    <a:pt x="3048000" y="76200"/>
                  </a:moveTo>
                  <a:lnTo>
                    <a:pt x="3124200" y="76200"/>
                  </a:lnTo>
                  <a:lnTo>
                    <a:pt x="3048000" y="76200"/>
                  </a:lnTo>
                  <a:close/>
                  <a:moveTo>
                    <a:pt x="3200400" y="76200"/>
                  </a:moveTo>
                  <a:lnTo>
                    <a:pt x="3276600" y="76200"/>
                  </a:lnTo>
                  <a:lnTo>
                    <a:pt x="3200400" y="76200"/>
                  </a:lnTo>
                  <a:close/>
                  <a:moveTo>
                    <a:pt x="3352800" y="76200"/>
                  </a:moveTo>
                  <a:lnTo>
                    <a:pt x="3429000" y="76200"/>
                  </a:lnTo>
                  <a:lnTo>
                    <a:pt x="3352800" y="76200"/>
                  </a:lnTo>
                  <a:close/>
                  <a:moveTo>
                    <a:pt x="3505200" y="76200"/>
                  </a:moveTo>
                  <a:lnTo>
                    <a:pt x="3581400" y="76200"/>
                  </a:lnTo>
                  <a:lnTo>
                    <a:pt x="3505200" y="76200"/>
                  </a:lnTo>
                  <a:close/>
                  <a:moveTo>
                    <a:pt x="3657600" y="76200"/>
                  </a:moveTo>
                  <a:lnTo>
                    <a:pt x="3733800" y="76200"/>
                  </a:lnTo>
                  <a:lnTo>
                    <a:pt x="3657600" y="76200"/>
                  </a:lnTo>
                  <a:close/>
                  <a:moveTo>
                    <a:pt x="3810000" y="76200"/>
                  </a:moveTo>
                  <a:lnTo>
                    <a:pt x="3886200" y="76200"/>
                  </a:lnTo>
                  <a:lnTo>
                    <a:pt x="3810000" y="76200"/>
                  </a:lnTo>
                  <a:close/>
                  <a:moveTo>
                    <a:pt x="3962400" y="76200"/>
                  </a:moveTo>
                  <a:lnTo>
                    <a:pt x="4038600" y="76200"/>
                  </a:lnTo>
                  <a:lnTo>
                    <a:pt x="3962400" y="76200"/>
                  </a:lnTo>
                  <a:close/>
                  <a:moveTo>
                    <a:pt x="4114800" y="76200"/>
                  </a:moveTo>
                  <a:lnTo>
                    <a:pt x="4191000" y="76200"/>
                  </a:lnTo>
                  <a:lnTo>
                    <a:pt x="4114800" y="76200"/>
                  </a:lnTo>
                  <a:close/>
                  <a:moveTo>
                    <a:pt x="4267200" y="76200"/>
                  </a:moveTo>
                  <a:lnTo>
                    <a:pt x="4343400" y="76200"/>
                  </a:lnTo>
                  <a:lnTo>
                    <a:pt x="4267200" y="76200"/>
                  </a:lnTo>
                  <a:close/>
                  <a:moveTo>
                    <a:pt x="4419600" y="76200"/>
                  </a:moveTo>
                  <a:lnTo>
                    <a:pt x="4495800" y="76200"/>
                  </a:lnTo>
                  <a:lnTo>
                    <a:pt x="4419600" y="76200"/>
                  </a:lnTo>
                  <a:close/>
                  <a:moveTo>
                    <a:pt x="4572000" y="76200"/>
                  </a:moveTo>
                  <a:lnTo>
                    <a:pt x="4648200" y="76200"/>
                  </a:lnTo>
                  <a:lnTo>
                    <a:pt x="4572000" y="76200"/>
                  </a:lnTo>
                  <a:close/>
                  <a:moveTo>
                    <a:pt x="4724400" y="76200"/>
                  </a:moveTo>
                  <a:lnTo>
                    <a:pt x="4764151" y="76200"/>
                  </a:lnTo>
                  <a:lnTo>
                    <a:pt x="4724400" y="76200"/>
                  </a:lnTo>
                  <a:close/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FB502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0065013" y="2451909"/>
            <a:ext cx="3768427" cy="6404684"/>
          </a:xfrm>
          <a:custGeom>
            <a:avLst/>
            <a:gdLst/>
            <a:ahLst/>
            <a:cxnLst/>
            <a:rect r="r" b="b" t="t" l="l"/>
            <a:pathLst>
              <a:path h="6404684" w="3768427">
                <a:moveTo>
                  <a:pt x="0" y="0"/>
                </a:moveTo>
                <a:lnTo>
                  <a:pt x="3768427" y="0"/>
                </a:lnTo>
                <a:lnTo>
                  <a:pt x="3768427" y="6404683"/>
                </a:lnTo>
                <a:lnTo>
                  <a:pt x="0" y="640468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609389" y="3106639"/>
            <a:ext cx="667786" cy="711787"/>
          </a:xfrm>
          <a:custGeom>
            <a:avLst/>
            <a:gdLst/>
            <a:ahLst/>
            <a:cxnLst/>
            <a:rect r="r" b="b" t="t" l="l"/>
            <a:pathLst>
              <a:path h="711787" w="667786">
                <a:moveTo>
                  <a:pt x="0" y="0"/>
                </a:moveTo>
                <a:lnTo>
                  <a:pt x="667786" y="0"/>
                </a:lnTo>
                <a:lnTo>
                  <a:pt x="667786" y="711787"/>
                </a:lnTo>
                <a:lnTo>
                  <a:pt x="0" y="711787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-452" t="0" r="-452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384625" y="3086225"/>
            <a:ext cx="686938" cy="732201"/>
          </a:xfrm>
          <a:custGeom>
            <a:avLst/>
            <a:gdLst/>
            <a:ahLst/>
            <a:cxnLst/>
            <a:rect r="r" b="b" t="t" l="l"/>
            <a:pathLst>
              <a:path h="732201" w="686938">
                <a:moveTo>
                  <a:pt x="0" y="0"/>
                </a:moveTo>
                <a:lnTo>
                  <a:pt x="686938" y="0"/>
                </a:lnTo>
                <a:lnTo>
                  <a:pt x="686938" y="732201"/>
                </a:lnTo>
                <a:lnTo>
                  <a:pt x="0" y="732201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-525" t="0" r="-525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670330" y="4395898"/>
            <a:ext cx="2557792" cy="363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lalu kalian masuk ke apk canva dan cari canva ai lalu kalian tempel kode yang tadi di salin lalu enter lagi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641755" y="4181475"/>
            <a:ext cx="2614942" cy="57150"/>
            <a:chOff x="0" y="0"/>
            <a:chExt cx="3486589" cy="76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38100" y="0"/>
              <a:ext cx="3410331" cy="76200"/>
            </a:xfrm>
            <a:custGeom>
              <a:avLst/>
              <a:gdLst/>
              <a:ahLst/>
              <a:cxnLst/>
              <a:rect r="r" b="b" t="t" l="l"/>
              <a:pathLst>
                <a:path h="76200" w="3410331">
                  <a:moveTo>
                    <a:pt x="152400" y="0"/>
                  </a:moveTo>
                  <a:lnTo>
                    <a:pt x="228600" y="0"/>
                  </a:lnTo>
                  <a:lnTo>
                    <a:pt x="228600" y="76200"/>
                  </a:lnTo>
                  <a:lnTo>
                    <a:pt x="152400" y="76200"/>
                  </a:lnTo>
                  <a:close/>
                  <a:moveTo>
                    <a:pt x="304800" y="0"/>
                  </a:moveTo>
                  <a:lnTo>
                    <a:pt x="381000" y="0"/>
                  </a:lnTo>
                  <a:lnTo>
                    <a:pt x="381000" y="76200"/>
                  </a:lnTo>
                  <a:lnTo>
                    <a:pt x="304800" y="76200"/>
                  </a:lnTo>
                  <a:close/>
                  <a:moveTo>
                    <a:pt x="457200" y="0"/>
                  </a:moveTo>
                  <a:lnTo>
                    <a:pt x="533400" y="0"/>
                  </a:lnTo>
                  <a:lnTo>
                    <a:pt x="533400" y="76200"/>
                  </a:lnTo>
                  <a:lnTo>
                    <a:pt x="457200" y="76200"/>
                  </a:lnTo>
                  <a:close/>
                  <a:moveTo>
                    <a:pt x="609600" y="0"/>
                  </a:moveTo>
                  <a:lnTo>
                    <a:pt x="685800" y="0"/>
                  </a:lnTo>
                  <a:lnTo>
                    <a:pt x="685800" y="76200"/>
                  </a:lnTo>
                  <a:lnTo>
                    <a:pt x="609600" y="76200"/>
                  </a:lnTo>
                  <a:close/>
                  <a:moveTo>
                    <a:pt x="762000" y="0"/>
                  </a:moveTo>
                  <a:lnTo>
                    <a:pt x="838200" y="0"/>
                  </a:lnTo>
                  <a:lnTo>
                    <a:pt x="838200" y="76200"/>
                  </a:lnTo>
                  <a:lnTo>
                    <a:pt x="762000" y="76200"/>
                  </a:lnTo>
                  <a:close/>
                  <a:moveTo>
                    <a:pt x="914400" y="0"/>
                  </a:moveTo>
                  <a:lnTo>
                    <a:pt x="990600" y="0"/>
                  </a:lnTo>
                  <a:lnTo>
                    <a:pt x="990600" y="76200"/>
                  </a:lnTo>
                  <a:lnTo>
                    <a:pt x="914400" y="76200"/>
                  </a:lnTo>
                  <a:close/>
                  <a:moveTo>
                    <a:pt x="1066800" y="0"/>
                  </a:moveTo>
                  <a:lnTo>
                    <a:pt x="1143000" y="0"/>
                  </a:lnTo>
                  <a:lnTo>
                    <a:pt x="1143000" y="76200"/>
                  </a:lnTo>
                  <a:lnTo>
                    <a:pt x="1066800" y="76200"/>
                  </a:lnTo>
                  <a:close/>
                  <a:moveTo>
                    <a:pt x="1219200" y="0"/>
                  </a:moveTo>
                  <a:lnTo>
                    <a:pt x="1295400" y="0"/>
                  </a:lnTo>
                  <a:lnTo>
                    <a:pt x="1295400" y="76200"/>
                  </a:lnTo>
                  <a:lnTo>
                    <a:pt x="1219200" y="76200"/>
                  </a:lnTo>
                  <a:close/>
                  <a:moveTo>
                    <a:pt x="1371600" y="76200"/>
                  </a:moveTo>
                  <a:lnTo>
                    <a:pt x="1447800" y="76200"/>
                  </a:lnTo>
                  <a:lnTo>
                    <a:pt x="1371600" y="76200"/>
                  </a:lnTo>
                  <a:close/>
                  <a:moveTo>
                    <a:pt x="1524000" y="76200"/>
                  </a:moveTo>
                  <a:lnTo>
                    <a:pt x="1600200" y="76200"/>
                  </a:lnTo>
                  <a:lnTo>
                    <a:pt x="1524000" y="76200"/>
                  </a:lnTo>
                  <a:close/>
                  <a:moveTo>
                    <a:pt x="1676400" y="76200"/>
                  </a:moveTo>
                  <a:lnTo>
                    <a:pt x="1752600" y="76200"/>
                  </a:lnTo>
                  <a:lnTo>
                    <a:pt x="1676400" y="76200"/>
                  </a:lnTo>
                  <a:close/>
                  <a:moveTo>
                    <a:pt x="1828800" y="76200"/>
                  </a:moveTo>
                  <a:lnTo>
                    <a:pt x="1905000" y="76200"/>
                  </a:lnTo>
                  <a:lnTo>
                    <a:pt x="1828800" y="76200"/>
                  </a:lnTo>
                  <a:close/>
                  <a:moveTo>
                    <a:pt x="1981200" y="76200"/>
                  </a:moveTo>
                  <a:lnTo>
                    <a:pt x="2057400" y="76200"/>
                  </a:lnTo>
                  <a:lnTo>
                    <a:pt x="1981200" y="76200"/>
                  </a:lnTo>
                  <a:close/>
                  <a:moveTo>
                    <a:pt x="2133600" y="76200"/>
                  </a:moveTo>
                  <a:lnTo>
                    <a:pt x="2209800" y="76200"/>
                  </a:lnTo>
                  <a:lnTo>
                    <a:pt x="2133600" y="76200"/>
                  </a:lnTo>
                  <a:close/>
                  <a:moveTo>
                    <a:pt x="2286000" y="76200"/>
                  </a:moveTo>
                  <a:lnTo>
                    <a:pt x="2362200" y="76200"/>
                  </a:lnTo>
                  <a:lnTo>
                    <a:pt x="2286000" y="76200"/>
                  </a:lnTo>
                  <a:close/>
                  <a:moveTo>
                    <a:pt x="2438400" y="76200"/>
                  </a:moveTo>
                  <a:lnTo>
                    <a:pt x="2514600" y="76200"/>
                  </a:lnTo>
                  <a:lnTo>
                    <a:pt x="2438400" y="76200"/>
                  </a:lnTo>
                  <a:close/>
                  <a:moveTo>
                    <a:pt x="2590800" y="76200"/>
                  </a:moveTo>
                  <a:lnTo>
                    <a:pt x="2667000" y="76200"/>
                  </a:lnTo>
                  <a:lnTo>
                    <a:pt x="2590800" y="76200"/>
                  </a:lnTo>
                  <a:close/>
                  <a:moveTo>
                    <a:pt x="2743200" y="76200"/>
                  </a:moveTo>
                  <a:lnTo>
                    <a:pt x="2819400" y="76200"/>
                  </a:lnTo>
                  <a:lnTo>
                    <a:pt x="2743200" y="76200"/>
                  </a:lnTo>
                  <a:close/>
                  <a:moveTo>
                    <a:pt x="2895600" y="76200"/>
                  </a:moveTo>
                  <a:lnTo>
                    <a:pt x="2971800" y="76200"/>
                  </a:lnTo>
                  <a:lnTo>
                    <a:pt x="2895600" y="76200"/>
                  </a:lnTo>
                  <a:close/>
                  <a:moveTo>
                    <a:pt x="3048000" y="76200"/>
                  </a:moveTo>
                  <a:lnTo>
                    <a:pt x="3124200" y="76200"/>
                  </a:lnTo>
                  <a:lnTo>
                    <a:pt x="3048000" y="76200"/>
                  </a:lnTo>
                  <a:close/>
                  <a:moveTo>
                    <a:pt x="3200400" y="76200"/>
                  </a:moveTo>
                  <a:lnTo>
                    <a:pt x="3276600" y="76200"/>
                  </a:lnTo>
                  <a:lnTo>
                    <a:pt x="3200400" y="76200"/>
                  </a:lnTo>
                  <a:close/>
                  <a:moveTo>
                    <a:pt x="3352800" y="76200"/>
                  </a:moveTo>
                  <a:lnTo>
                    <a:pt x="3410331" y="76200"/>
                  </a:lnTo>
                  <a:lnTo>
                    <a:pt x="3352800" y="76200"/>
                  </a:lnTo>
                  <a:close/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FB502"/>
            </a:solid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13671699" y="2451909"/>
            <a:ext cx="3768427" cy="6404684"/>
          </a:xfrm>
          <a:custGeom>
            <a:avLst/>
            <a:gdLst/>
            <a:ahLst/>
            <a:cxnLst/>
            <a:rect r="r" b="b" t="t" l="l"/>
            <a:pathLst>
              <a:path h="6404684" w="3768427">
                <a:moveTo>
                  <a:pt x="0" y="0"/>
                </a:moveTo>
                <a:lnTo>
                  <a:pt x="3768427" y="0"/>
                </a:lnTo>
                <a:lnTo>
                  <a:pt x="3768427" y="6404683"/>
                </a:lnTo>
                <a:lnTo>
                  <a:pt x="0" y="6404683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4997562" y="3086225"/>
            <a:ext cx="686938" cy="732201"/>
          </a:xfrm>
          <a:custGeom>
            <a:avLst/>
            <a:gdLst/>
            <a:ahLst/>
            <a:cxnLst/>
            <a:rect r="r" b="b" t="t" l="l"/>
            <a:pathLst>
              <a:path h="732201" w="686938">
                <a:moveTo>
                  <a:pt x="0" y="0"/>
                </a:moveTo>
                <a:lnTo>
                  <a:pt x="686938" y="0"/>
                </a:lnTo>
                <a:lnTo>
                  <a:pt x="686938" y="732201"/>
                </a:lnTo>
                <a:lnTo>
                  <a:pt x="0" y="732201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-525" t="0" r="-525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216075" y="3106639"/>
            <a:ext cx="667786" cy="711787"/>
          </a:xfrm>
          <a:custGeom>
            <a:avLst/>
            <a:gdLst/>
            <a:ahLst/>
            <a:cxnLst/>
            <a:rect r="r" b="b" t="t" l="l"/>
            <a:pathLst>
              <a:path h="711787" w="667786">
                <a:moveTo>
                  <a:pt x="0" y="0"/>
                </a:moveTo>
                <a:lnTo>
                  <a:pt x="667786" y="0"/>
                </a:lnTo>
                <a:lnTo>
                  <a:pt x="667786" y="711787"/>
                </a:lnTo>
                <a:lnTo>
                  <a:pt x="0" y="711787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-452" t="0" r="-452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4277016" y="4395898"/>
            <a:ext cx="2557792" cy="319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171717"/>
                </a:solidFill>
                <a:latin typeface="Retropix"/>
                <a:ea typeface="Retropix"/>
                <a:cs typeface="Retropix"/>
                <a:sym typeface="Retropix"/>
              </a:rPr>
              <a:t>kalo kode nya udah muncul kalian klik gunakan dalam desain lalu publikasikan situs web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4248441" y="4181475"/>
            <a:ext cx="2614942" cy="57150"/>
            <a:chOff x="0" y="0"/>
            <a:chExt cx="3486589" cy="76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38100" y="0"/>
              <a:ext cx="3410331" cy="76200"/>
            </a:xfrm>
            <a:custGeom>
              <a:avLst/>
              <a:gdLst/>
              <a:ahLst/>
              <a:cxnLst/>
              <a:rect r="r" b="b" t="t" l="l"/>
              <a:pathLst>
                <a:path h="76200" w="3410331">
                  <a:moveTo>
                    <a:pt x="152400" y="0"/>
                  </a:moveTo>
                  <a:lnTo>
                    <a:pt x="228600" y="0"/>
                  </a:lnTo>
                  <a:lnTo>
                    <a:pt x="228600" y="76200"/>
                  </a:lnTo>
                  <a:lnTo>
                    <a:pt x="152400" y="76200"/>
                  </a:lnTo>
                  <a:close/>
                  <a:moveTo>
                    <a:pt x="304800" y="0"/>
                  </a:moveTo>
                  <a:lnTo>
                    <a:pt x="381000" y="0"/>
                  </a:lnTo>
                  <a:lnTo>
                    <a:pt x="381000" y="76200"/>
                  </a:lnTo>
                  <a:lnTo>
                    <a:pt x="304800" y="76200"/>
                  </a:lnTo>
                  <a:close/>
                  <a:moveTo>
                    <a:pt x="457200" y="0"/>
                  </a:moveTo>
                  <a:lnTo>
                    <a:pt x="533400" y="0"/>
                  </a:lnTo>
                  <a:lnTo>
                    <a:pt x="533400" y="76200"/>
                  </a:lnTo>
                  <a:lnTo>
                    <a:pt x="457200" y="76200"/>
                  </a:lnTo>
                  <a:close/>
                  <a:moveTo>
                    <a:pt x="609600" y="0"/>
                  </a:moveTo>
                  <a:lnTo>
                    <a:pt x="685800" y="0"/>
                  </a:lnTo>
                  <a:lnTo>
                    <a:pt x="685800" y="76200"/>
                  </a:lnTo>
                  <a:lnTo>
                    <a:pt x="609600" y="76200"/>
                  </a:lnTo>
                  <a:close/>
                  <a:moveTo>
                    <a:pt x="762000" y="0"/>
                  </a:moveTo>
                  <a:lnTo>
                    <a:pt x="838200" y="0"/>
                  </a:lnTo>
                  <a:lnTo>
                    <a:pt x="838200" y="76200"/>
                  </a:lnTo>
                  <a:lnTo>
                    <a:pt x="762000" y="76200"/>
                  </a:lnTo>
                  <a:close/>
                  <a:moveTo>
                    <a:pt x="914400" y="0"/>
                  </a:moveTo>
                  <a:lnTo>
                    <a:pt x="990600" y="0"/>
                  </a:lnTo>
                  <a:lnTo>
                    <a:pt x="990600" y="76200"/>
                  </a:lnTo>
                  <a:lnTo>
                    <a:pt x="914400" y="76200"/>
                  </a:lnTo>
                  <a:close/>
                  <a:moveTo>
                    <a:pt x="1066800" y="0"/>
                  </a:moveTo>
                  <a:lnTo>
                    <a:pt x="1143000" y="0"/>
                  </a:lnTo>
                  <a:lnTo>
                    <a:pt x="1143000" y="76200"/>
                  </a:lnTo>
                  <a:lnTo>
                    <a:pt x="1066800" y="76200"/>
                  </a:lnTo>
                  <a:close/>
                  <a:moveTo>
                    <a:pt x="1219200" y="0"/>
                  </a:moveTo>
                  <a:lnTo>
                    <a:pt x="1295400" y="0"/>
                  </a:lnTo>
                  <a:lnTo>
                    <a:pt x="1295400" y="76200"/>
                  </a:lnTo>
                  <a:lnTo>
                    <a:pt x="1219200" y="76200"/>
                  </a:lnTo>
                  <a:close/>
                  <a:moveTo>
                    <a:pt x="1371600" y="76200"/>
                  </a:moveTo>
                  <a:lnTo>
                    <a:pt x="1447800" y="76200"/>
                  </a:lnTo>
                  <a:lnTo>
                    <a:pt x="1371600" y="76200"/>
                  </a:lnTo>
                  <a:close/>
                  <a:moveTo>
                    <a:pt x="1524000" y="76200"/>
                  </a:moveTo>
                  <a:lnTo>
                    <a:pt x="1600200" y="76200"/>
                  </a:lnTo>
                  <a:lnTo>
                    <a:pt x="1524000" y="76200"/>
                  </a:lnTo>
                  <a:close/>
                  <a:moveTo>
                    <a:pt x="1676400" y="76200"/>
                  </a:moveTo>
                  <a:lnTo>
                    <a:pt x="1752600" y="76200"/>
                  </a:lnTo>
                  <a:lnTo>
                    <a:pt x="1676400" y="76200"/>
                  </a:lnTo>
                  <a:close/>
                  <a:moveTo>
                    <a:pt x="1828800" y="76200"/>
                  </a:moveTo>
                  <a:lnTo>
                    <a:pt x="1905000" y="76200"/>
                  </a:lnTo>
                  <a:lnTo>
                    <a:pt x="1828800" y="76200"/>
                  </a:lnTo>
                  <a:close/>
                  <a:moveTo>
                    <a:pt x="1981200" y="76200"/>
                  </a:moveTo>
                  <a:lnTo>
                    <a:pt x="2057400" y="76200"/>
                  </a:lnTo>
                  <a:lnTo>
                    <a:pt x="1981200" y="76200"/>
                  </a:lnTo>
                  <a:close/>
                  <a:moveTo>
                    <a:pt x="2133600" y="76200"/>
                  </a:moveTo>
                  <a:lnTo>
                    <a:pt x="2209800" y="76200"/>
                  </a:lnTo>
                  <a:lnTo>
                    <a:pt x="2133600" y="76200"/>
                  </a:lnTo>
                  <a:close/>
                  <a:moveTo>
                    <a:pt x="2286000" y="76200"/>
                  </a:moveTo>
                  <a:lnTo>
                    <a:pt x="2362200" y="76200"/>
                  </a:lnTo>
                  <a:lnTo>
                    <a:pt x="2286000" y="76200"/>
                  </a:lnTo>
                  <a:close/>
                  <a:moveTo>
                    <a:pt x="2438400" y="76200"/>
                  </a:moveTo>
                  <a:lnTo>
                    <a:pt x="2514600" y="76200"/>
                  </a:lnTo>
                  <a:lnTo>
                    <a:pt x="2438400" y="76200"/>
                  </a:lnTo>
                  <a:close/>
                  <a:moveTo>
                    <a:pt x="2590800" y="76200"/>
                  </a:moveTo>
                  <a:lnTo>
                    <a:pt x="2667000" y="76200"/>
                  </a:lnTo>
                  <a:lnTo>
                    <a:pt x="2590800" y="76200"/>
                  </a:lnTo>
                  <a:close/>
                  <a:moveTo>
                    <a:pt x="2743200" y="76200"/>
                  </a:moveTo>
                  <a:lnTo>
                    <a:pt x="2819400" y="76200"/>
                  </a:lnTo>
                  <a:lnTo>
                    <a:pt x="2743200" y="76200"/>
                  </a:lnTo>
                  <a:close/>
                  <a:moveTo>
                    <a:pt x="2895600" y="76200"/>
                  </a:moveTo>
                  <a:lnTo>
                    <a:pt x="2971800" y="76200"/>
                  </a:lnTo>
                  <a:lnTo>
                    <a:pt x="2895600" y="76200"/>
                  </a:lnTo>
                  <a:close/>
                  <a:moveTo>
                    <a:pt x="3048000" y="76200"/>
                  </a:moveTo>
                  <a:lnTo>
                    <a:pt x="3124200" y="76200"/>
                  </a:lnTo>
                  <a:lnTo>
                    <a:pt x="3048000" y="76200"/>
                  </a:lnTo>
                  <a:close/>
                  <a:moveTo>
                    <a:pt x="3200400" y="76200"/>
                  </a:moveTo>
                  <a:lnTo>
                    <a:pt x="3276600" y="76200"/>
                  </a:lnTo>
                  <a:lnTo>
                    <a:pt x="3200400" y="76200"/>
                  </a:lnTo>
                  <a:close/>
                  <a:moveTo>
                    <a:pt x="3352800" y="76200"/>
                  </a:moveTo>
                  <a:lnTo>
                    <a:pt x="3410331" y="76200"/>
                  </a:lnTo>
                  <a:lnTo>
                    <a:pt x="3352800" y="76200"/>
                  </a:lnTo>
                  <a:close/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E502D"/>
            </a:solid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5272609" y="2451909"/>
            <a:ext cx="4954144" cy="6404684"/>
          </a:xfrm>
          <a:custGeom>
            <a:avLst/>
            <a:gdLst/>
            <a:ahLst/>
            <a:cxnLst/>
            <a:rect r="r" b="b" t="t" l="l"/>
            <a:pathLst>
              <a:path h="6404684" w="4954144">
                <a:moveTo>
                  <a:pt x="0" y="0"/>
                </a:moveTo>
                <a:lnTo>
                  <a:pt x="4954144" y="0"/>
                </a:lnTo>
                <a:lnTo>
                  <a:pt x="4954144" y="6404683"/>
                </a:lnTo>
                <a:lnTo>
                  <a:pt x="0" y="6404683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5816985" y="3106639"/>
            <a:ext cx="667786" cy="711787"/>
          </a:xfrm>
          <a:custGeom>
            <a:avLst/>
            <a:gdLst/>
            <a:ahLst/>
            <a:cxnLst/>
            <a:rect r="r" b="b" t="t" l="l"/>
            <a:pathLst>
              <a:path h="711787" w="667786">
                <a:moveTo>
                  <a:pt x="0" y="0"/>
                </a:moveTo>
                <a:lnTo>
                  <a:pt x="667786" y="0"/>
                </a:lnTo>
                <a:lnTo>
                  <a:pt x="667786" y="711787"/>
                </a:lnTo>
                <a:lnTo>
                  <a:pt x="0" y="711787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-452" t="0" r="-452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6565446" y="3106639"/>
            <a:ext cx="686938" cy="732201"/>
          </a:xfrm>
          <a:custGeom>
            <a:avLst/>
            <a:gdLst/>
            <a:ahLst/>
            <a:cxnLst/>
            <a:rect r="r" b="b" t="t" l="l"/>
            <a:pathLst>
              <a:path h="732201" w="686938">
                <a:moveTo>
                  <a:pt x="0" y="0"/>
                </a:moveTo>
                <a:lnTo>
                  <a:pt x="686938" y="0"/>
                </a:lnTo>
                <a:lnTo>
                  <a:pt x="686938" y="732201"/>
                </a:lnTo>
                <a:lnTo>
                  <a:pt x="0" y="732201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-525" t="0" r="-525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5779288" y="4395898"/>
            <a:ext cx="3744569" cy="187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171717"/>
                </a:solidFill>
                <a:latin typeface="Retropix"/>
                <a:ea typeface="Retropix"/>
                <a:cs typeface="Retropix"/>
                <a:sym typeface="Retropix"/>
              </a:rPr>
              <a:t>lalu kalo udah muncul kode nya kalian copy kode yang sudah di berikan chatgpt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5846871" y="4181475"/>
            <a:ext cx="3705561" cy="57150"/>
            <a:chOff x="0" y="0"/>
            <a:chExt cx="4940748" cy="76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38100" y="0"/>
              <a:ext cx="4800600" cy="76200"/>
            </a:xfrm>
            <a:custGeom>
              <a:avLst/>
              <a:gdLst/>
              <a:ahLst/>
              <a:cxnLst/>
              <a:rect r="r" b="b" t="t" l="l"/>
              <a:pathLst>
                <a:path h="76200" w="4800600">
                  <a:moveTo>
                    <a:pt x="152400" y="0"/>
                  </a:moveTo>
                  <a:lnTo>
                    <a:pt x="228600" y="0"/>
                  </a:lnTo>
                  <a:lnTo>
                    <a:pt x="228600" y="76200"/>
                  </a:lnTo>
                  <a:lnTo>
                    <a:pt x="152400" y="76200"/>
                  </a:lnTo>
                  <a:close/>
                  <a:moveTo>
                    <a:pt x="304800" y="0"/>
                  </a:moveTo>
                  <a:lnTo>
                    <a:pt x="381000" y="0"/>
                  </a:lnTo>
                  <a:lnTo>
                    <a:pt x="381000" y="76200"/>
                  </a:lnTo>
                  <a:lnTo>
                    <a:pt x="304800" y="76200"/>
                  </a:lnTo>
                  <a:close/>
                  <a:moveTo>
                    <a:pt x="457200" y="0"/>
                  </a:moveTo>
                  <a:lnTo>
                    <a:pt x="533400" y="0"/>
                  </a:lnTo>
                  <a:lnTo>
                    <a:pt x="533400" y="76200"/>
                  </a:lnTo>
                  <a:lnTo>
                    <a:pt x="457200" y="76200"/>
                  </a:lnTo>
                  <a:close/>
                  <a:moveTo>
                    <a:pt x="609600" y="0"/>
                  </a:moveTo>
                  <a:lnTo>
                    <a:pt x="685800" y="0"/>
                  </a:lnTo>
                  <a:lnTo>
                    <a:pt x="685800" y="76200"/>
                  </a:lnTo>
                  <a:lnTo>
                    <a:pt x="609600" y="76200"/>
                  </a:lnTo>
                  <a:close/>
                  <a:moveTo>
                    <a:pt x="762000" y="0"/>
                  </a:moveTo>
                  <a:lnTo>
                    <a:pt x="838200" y="0"/>
                  </a:lnTo>
                  <a:lnTo>
                    <a:pt x="838200" y="76200"/>
                  </a:lnTo>
                  <a:lnTo>
                    <a:pt x="762000" y="76200"/>
                  </a:lnTo>
                  <a:close/>
                  <a:moveTo>
                    <a:pt x="914400" y="0"/>
                  </a:moveTo>
                  <a:lnTo>
                    <a:pt x="990600" y="0"/>
                  </a:lnTo>
                  <a:lnTo>
                    <a:pt x="990600" y="76200"/>
                  </a:lnTo>
                  <a:lnTo>
                    <a:pt x="914400" y="76200"/>
                  </a:lnTo>
                  <a:close/>
                  <a:moveTo>
                    <a:pt x="1066800" y="0"/>
                  </a:moveTo>
                  <a:lnTo>
                    <a:pt x="1143000" y="0"/>
                  </a:lnTo>
                  <a:lnTo>
                    <a:pt x="1143000" y="76200"/>
                  </a:lnTo>
                  <a:lnTo>
                    <a:pt x="1066800" y="76200"/>
                  </a:lnTo>
                  <a:close/>
                  <a:moveTo>
                    <a:pt x="1219200" y="0"/>
                  </a:moveTo>
                  <a:lnTo>
                    <a:pt x="1295400" y="0"/>
                  </a:lnTo>
                  <a:lnTo>
                    <a:pt x="1295400" y="76200"/>
                  </a:lnTo>
                  <a:lnTo>
                    <a:pt x="1219200" y="76200"/>
                  </a:lnTo>
                  <a:close/>
                  <a:moveTo>
                    <a:pt x="1371600" y="76200"/>
                  </a:moveTo>
                  <a:lnTo>
                    <a:pt x="1447800" y="76200"/>
                  </a:lnTo>
                  <a:lnTo>
                    <a:pt x="1371600" y="76200"/>
                  </a:lnTo>
                  <a:close/>
                  <a:moveTo>
                    <a:pt x="1524000" y="76200"/>
                  </a:moveTo>
                  <a:lnTo>
                    <a:pt x="1600200" y="76200"/>
                  </a:lnTo>
                  <a:lnTo>
                    <a:pt x="1524000" y="76200"/>
                  </a:lnTo>
                  <a:close/>
                  <a:moveTo>
                    <a:pt x="1676400" y="76200"/>
                  </a:moveTo>
                  <a:lnTo>
                    <a:pt x="1752600" y="76200"/>
                  </a:lnTo>
                  <a:lnTo>
                    <a:pt x="1676400" y="76200"/>
                  </a:lnTo>
                  <a:close/>
                  <a:moveTo>
                    <a:pt x="1828800" y="76200"/>
                  </a:moveTo>
                  <a:lnTo>
                    <a:pt x="1905000" y="76200"/>
                  </a:lnTo>
                  <a:lnTo>
                    <a:pt x="1828800" y="76200"/>
                  </a:lnTo>
                  <a:close/>
                  <a:moveTo>
                    <a:pt x="1981200" y="76200"/>
                  </a:moveTo>
                  <a:lnTo>
                    <a:pt x="2057400" y="76200"/>
                  </a:lnTo>
                  <a:lnTo>
                    <a:pt x="1981200" y="76200"/>
                  </a:lnTo>
                  <a:close/>
                  <a:moveTo>
                    <a:pt x="2133600" y="76200"/>
                  </a:moveTo>
                  <a:lnTo>
                    <a:pt x="2209800" y="76200"/>
                  </a:lnTo>
                  <a:lnTo>
                    <a:pt x="2133600" y="76200"/>
                  </a:lnTo>
                  <a:close/>
                  <a:moveTo>
                    <a:pt x="2286000" y="76200"/>
                  </a:moveTo>
                  <a:lnTo>
                    <a:pt x="2362200" y="76200"/>
                  </a:lnTo>
                  <a:lnTo>
                    <a:pt x="2286000" y="76200"/>
                  </a:lnTo>
                  <a:close/>
                  <a:moveTo>
                    <a:pt x="2438400" y="76200"/>
                  </a:moveTo>
                  <a:lnTo>
                    <a:pt x="2514600" y="76200"/>
                  </a:lnTo>
                  <a:lnTo>
                    <a:pt x="2438400" y="76200"/>
                  </a:lnTo>
                  <a:close/>
                  <a:moveTo>
                    <a:pt x="2590800" y="76200"/>
                  </a:moveTo>
                  <a:lnTo>
                    <a:pt x="2667000" y="76200"/>
                  </a:lnTo>
                  <a:lnTo>
                    <a:pt x="2590800" y="76200"/>
                  </a:lnTo>
                  <a:close/>
                  <a:moveTo>
                    <a:pt x="2743200" y="76200"/>
                  </a:moveTo>
                  <a:lnTo>
                    <a:pt x="2819400" y="76200"/>
                  </a:lnTo>
                  <a:lnTo>
                    <a:pt x="2743200" y="76200"/>
                  </a:lnTo>
                  <a:close/>
                  <a:moveTo>
                    <a:pt x="2895600" y="76200"/>
                  </a:moveTo>
                  <a:lnTo>
                    <a:pt x="2971800" y="76200"/>
                  </a:lnTo>
                  <a:lnTo>
                    <a:pt x="2895600" y="76200"/>
                  </a:lnTo>
                  <a:close/>
                  <a:moveTo>
                    <a:pt x="3048000" y="76200"/>
                  </a:moveTo>
                  <a:lnTo>
                    <a:pt x="3124200" y="76200"/>
                  </a:lnTo>
                  <a:lnTo>
                    <a:pt x="3048000" y="76200"/>
                  </a:lnTo>
                  <a:close/>
                  <a:moveTo>
                    <a:pt x="3200400" y="76200"/>
                  </a:moveTo>
                  <a:lnTo>
                    <a:pt x="3276600" y="76200"/>
                  </a:lnTo>
                  <a:lnTo>
                    <a:pt x="3200400" y="76200"/>
                  </a:lnTo>
                  <a:close/>
                  <a:moveTo>
                    <a:pt x="3352800" y="76200"/>
                  </a:moveTo>
                  <a:lnTo>
                    <a:pt x="3429000" y="76200"/>
                  </a:lnTo>
                  <a:lnTo>
                    <a:pt x="3352800" y="76200"/>
                  </a:lnTo>
                  <a:close/>
                  <a:moveTo>
                    <a:pt x="3505200" y="76200"/>
                  </a:moveTo>
                  <a:lnTo>
                    <a:pt x="3581400" y="76200"/>
                  </a:lnTo>
                  <a:lnTo>
                    <a:pt x="3505200" y="76200"/>
                  </a:lnTo>
                  <a:close/>
                  <a:moveTo>
                    <a:pt x="3657600" y="76200"/>
                  </a:moveTo>
                  <a:lnTo>
                    <a:pt x="3733800" y="76200"/>
                  </a:lnTo>
                  <a:lnTo>
                    <a:pt x="3657600" y="76200"/>
                  </a:lnTo>
                  <a:close/>
                  <a:moveTo>
                    <a:pt x="3810000" y="76200"/>
                  </a:moveTo>
                  <a:lnTo>
                    <a:pt x="3886200" y="76200"/>
                  </a:lnTo>
                  <a:lnTo>
                    <a:pt x="3810000" y="76200"/>
                  </a:lnTo>
                  <a:close/>
                  <a:moveTo>
                    <a:pt x="3962400" y="76200"/>
                  </a:moveTo>
                  <a:lnTo>
                    <a:pt x="4038600" y="76200"/>
                  </a:lnTo>
                  <a:lnTo>
                    <a:pt x="3962400" y="76200"/>
                  </a:lnTo>
                  <a:close/>
                  <a:moveTo>
                    <a:pt x="4114800" y="76200"/>
                  </a:moveTo>
                  <a:lnTo>
                    <a:pt x="4191000" y="76200"/>
                  </a:lnTo>
                  <a:lnTo>
                    <a:pt x="4114800" y="76200"/>
                  </a:lnTo>
                  <a:close/>
                  <a:moveTo>
                    <a:pt x="4267200" y="76200"/>
                  </a:moveTo>
                  <a:lnTo>
                    <a:pt x="4343400" y="76200"/>
                  </a:lnTo>
                  <a:lnTo>
                    <a:pt x="4267200" y="76200"/>
                  </a:lnTo>
                  <a:close/>
                  <a:moveTo>
                    <a:pt x="4419600" y="76200"/>
                  </a:moveTo>
                  <a:lnTo>
                    <a:pt x="4495800" y="76200"/>
                  </a:lnTo>
                  <a:lnTo>
                    <a:pt x="4419600" y="76200"/>
                  </a:lnTo>
                  <a:close/>
                  <a:moveTo>
                    <a:pt x="4572000" y="76200"/>
                  </a:moveTo>
                  <a:lnTo>
                    <a:pt x="4648200" y="76200"/>
                  </a:lnTo>
                  <a:lnTo>
                    <a:pt x="4572000" y="76200"/>
                  </a:lnTo>
                  <a:close/>
                  <a:moveTo>
                    <a:pt x="4724400" y="76200"/>
                  </a:moveTo>
                  <a:lnTo>
                    <a:pt x="4800600" y="76200"/>
                  </a:lnTo>
                  <a:lnTo>
                    <a:pt x="4724400" y="76200"/>
                  </a:lnTo>
                  <a:close/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E502D"/>
            </a:solidFill>
          </p:spPr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D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5800" y="4007083"/>
            <a:ext cx="9144000" cy="5045622"/>
          </a:xfrm>
          <a:custGeom>
            <a:avLst/>
            <a:gdLst/>
            <a:ahLst/>
            <a:cxnLst/>
            <a:rect r="r" b="b" t="t" l="l"/>
            <a:pathLst>
              <a:path h="5045622" w="9144000">
                <a:moveTo>
                  <a:pt x="0" y="0"/>
                </a:moveTo>
                <a:lnTo>
                  <a:pt x="9144000" y="0"/>
                </a:lnTo>
                <a:lnTo>
                  <a:pt x="9144000" y="5045622"/>
                </a:lnTo>
                <a:lnTo>
                  <a:pt x="0" y="5045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20" r="0" b="-12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48675" y="4007083"/>
            <a:ext cx="9144000" cy="5045622"/>
          </a:xfrm>
          <a:custGeom>
            <a:avLst/>
            <a:gdLst/>
            <a:ahLst/>
            <a:cxnLst/>
            <a:rect r="r" b="b" t="t" l="l"/>
            <a:pathLst>
              <a:path h="5045622" w="9144000">
                <a:moveTo>
                  <a:pt x="0" y="0"/>
                </a:moveTo>
                <a:lnTo>
                  <a:pt x="9144000" y="0"/>
                </a:lnTo>
                <a:lnTo>
                  <a:pt x="9144000" y="5045622"/>
                </a:lnTo>
                <a:lnTo>
                  <a:pt x="0" y="5045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20" r="0" b="-12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1298" y="9052705"/>
            <a:ext cx="9875356" cy="1687788"/>
          </a:xfrm>
          <a:custGeom>
            <a:avLst/>
            <a:gdLst/>
            <a:ahLst/>
            <a:cxnLst/>
            <a:rect r="r" b="b" t="t" l="l"/>
            <a:pathLst>
              <a:path h="1687788" w="9875356">
                <a:moveTo>
                  <a:pt x="0" y="0"/>
                </a:moveTo>
                <a:lnTo>
                  <a:pt x="9875356" y="0"/>
                </a:lnTo>
                <a:lnTo>
                  <a:pt x="9875356" y="1687788"/>
                </a:lnTo>
                <a:lnTo>
                  <a:pt x="0" y="1687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16" r="0" b="-21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33942" y="9052705"/>
            <a:ext cx="9875356" cy="1687788"/>
          </a:xfrm>
          <a:custGeom>
            <a:avLst/>
            <a:gdLst/>
            <a:ahLst/>
            <a:cxnLst/>
            <a:rect r="r" b="b" t="t" l="l"/>
            <a:pathLst>
              <a:path h="1687788" w="9875356">
                <a:moveTo>
                  <a:pt x="0" y="0"/>
                </a:moveTo>
                <a:lnTo>
                  <a:pt x="9875356" y="0"/>
                </a:lnTo>
                <a:lnTo>
                  <a:pt x="9875356" y="1687788"/>
                </a:lnTo>
                <a:lnTo>
                  <a:pt x="0" y="1687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16" r="0" b="-21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43914" y="652452"/>
            <a:ext cx="4740672" cy="2724465"/>
          </a:xfrm>
          <a:custGeom>
            <a:avLst/>
            <a:gdLst/>
            <a:ahLst/>
            <a:cxnLst/>
            <a:rect r="r" b="b" t="t" l="l"/>
            <a:pathLst>
              <a:path h="2724465" w="4740672">
                <a:moveTo>
                  <a:pt x="0" y="0"/>
                </a:moveTo>
                <a:lnTo>
                  <a:pt x="4740672" y="0"/>
                </a:lnTo>
                <a:lnTo>
                  <a:pt x="4740672" y="2724465"/>
                </a:lnTo>
                <a:lnTo>
                  <a:pt x="0" y="27244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03244" y="611448"/>
            <a:ext cx="6578021" cy="5241616"/>
          </a:xfrm>
          <a:custGeom>
            <a:avLst/>
            <a:gdLst/>
            <a:ahLst/>
            <a:cxnLst/>
            <a:rect r="r" b="b" t="t" l="l"/>
            <a:pathLst>
              <a:path h="5241616" w="6578021">
                <a:moveTo>
                  <a:pt x="0" y="0"/>
                </a:moveTo>
                <a:lnTo>
                  <a:pt x="6578021" y="0"/>
                </a:lnTo>
                <a:lnTo>
                  <a:pt x="6578021" y="5241616"/>
                </a:lnTo>
                <a:lnTo>
                  <a:pt x="0" y="52416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47905" y="539118"/>
            <a:ext cx="6288699" cy="5169285"/>
            <a:chOff x="0" y="0"/>
            <a:chExt cx="8384932" cy="68923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384932" cy="6892381"/>
            </a:xfrm>
            <a:custGeom>
              <a:avLst/>
              <a:gdLst/>
              <a:ahLst/>
              <a:cxnLst/>
              <a:rect r="r" b="b" t="t" l="l"/>
              <a:pathLst>
                <a:path h="6892381" w="8384932">
                  <a:moveTo>
                    <a:pt x="0" y="0"/>
                  </a:moveTo>
                  <a:lnTo>
                    <a:pt x="8384932" y="0"/>
                  </a:lnTo>
                  <a:lnTo>
                    <a:pt x="8384932" y="6892381"/>
                  </a:lnTo>
                  <a:lnTo>
                    <a:pt x="0" y="68923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384932" cy="69495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65"/>
                </a:lnSpc>
              </a:pPr>
              <a:r>
                <a:rPr lang="en-US" sz="261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website presensi digital crud di buat untuk mempermudah proses pencatatan kehadiran secara online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840672" y="1426010"/>
            <a:ext cx="295550" cy="789090"/>
          </a:xfrm>
          <a:custGeom>
            <a:avLst/>
            <a:gdLst/>
            <a:ahLst/>
            <a:cxnLst/>
            <a:rect r="r" b="b" t="t" l="l"/>
            <a:pathLst>
              <a:path h="789090" w="295550">
                <a:moveTo>
                  <a:pt x="0" y="0"/>
                </a:moveTo>
                <a:lnTo>
                  <a:pt x="295551" y="0"/>
                </a:lnTo>
                <a:lnTo>
                  <a:pt x="295551" y="789090"/>
                </a:lnTo>
                <a:lnTo>
                  <a:pt x="0" y="7890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467" t="0" r="-1467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965255" y="1426010"/>
            <a:ext cx="740310" cy="789090"/>
          </a:xfrm>
          <a:custGeom>
            <a:avLst/>
            <a:gdLst/>
            <a:ahLst/>
            <a:cxnLst/>
            <a:rect r="r" b="b" t="t" l="l"/>
            <a:pathLst>
              <a:path h="789090" w="740310">
                <a:moveTo>
                  <a:pt x="0" y="0"/>
                </a:moveTo>
                <a:lnTo>
                  <a:pt x="740310" y="0"/>
                </a:lnTo>
                <a:lnTo>
                  <a:pt x="740310" y="789090"/>
                </a:lnTo>
                <a:lnTo>
                  <a:pt x="0" y="78909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84" t="0" r="-84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271329" y="1426010"/>
            <a:ext cx="716500" cy="763710"/>
          </a:xfrm>
          <a:custGeom>
            <a:avLst/>
            <a:gdLst/>
            <a:ahLst/>
            <a:cxnLst/>
            <a:rect r="r" b="b" t="t" l="l"/>
            <a:pathLst>
              <a:path h="763710" w="716500">
                <a:moveTo>
                  <a:pt x="0" y="0"/>
                </a:moveTo>
                <a:lnTo>
                  <a:pt x="716500" y="0"/>
                </a:lnTo>
                <a:lnTo>
                  <a:pt x="716500" y="763710"/>
                </a:lnTo>
                <a:lnTo>
                  <a:pt x="0" y="76371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4" t="0" r="-4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122935" y="1426010"/>
            <a:ext cx="740310" cy="789090"/>
          </a:xfrm>
          <a:custGeom>
            <a:avLst/>
            <a:gdLst/>
            <a:ahLst/>
            <a:cxnLst/>
            <a:rect r="r" b="b" t="t" l="l"/>
            <a:pathLst>
              <a:path h="789090" w="740310">
                <a:moveTo>
                  <a:pt x="0" y="0"/>
                </a:moveTo>
                <a:lnTo>
                  <a:pt x="740310" y="0"/>
                </a:lnTo>
                <a:lnTo>
                  <a:pt x="740310" y="789090"/>
                </a:lnTo>
                <a:lnTo>
                  <a:pt x="0" y="78909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84" t="0" r="-84" b="0"/>
            </a:stretch>
          </a:blipFill>
        </p:spPr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409495" y="321447"/>
            <a:ext cx="1238409" cy="1095992"/>
            <a:chOff x="0" y="0"/>
            <a:chExt cx="1651212" cy="1461323"/>
          </a:xfrm>
        </p:grpSpPr>
        <p:sp>
          <p:nvSpPr>
            <p:cNvPr name="Freeform 16" id="16"/>
            <p:cNvSpPr/>
            <p:nvPr/>
          </p:nvSpPr>
          <p:spPr>
            <a:xfrm flipH="true" flipV="false" rot="0">
              <a:off x="0" y="0"/>
              <a:ext cx="1651254" cy="1461262"/>
            </a:xfrm>
            <a:custGeom>
              <a:avLst/>
              <a:gdLst/>
              <a:ahLst/>
              <a:cxnLst/>
              <a:rect r="r" b="b" t="t" l="l"/>
              <a:pathLst>
                <a:path h="1461262" w="1651254">
                  <a:moveTo>
                    <a:pt x="1651254" y="0"/>
                  </a:moveTo>
                  <a:lnTo>
                    <a:pt x="0" y="0"/>
                  </a:lnTo>
                  <a:lnTo>
                    <a:pt x="0" y="1461262"/>
                  </a:lnTo>
                  <a:lnTo>
                    <a:pt x="1651254" y="1461262"/>
                  </a:lnTo>
                  <a:lnTo>
                    <a:pt x="1651254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-131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true" flipV="false" rot="0">
            <a:off x="14178110" y="7866439"/>
            <a:ext cx="4594693" cy="1186266"/>
          </a:xfrm>
          <a:custGeom>
            <a:avLst/>
            <a:gdLst/>
            <a:ahLst/>
            <a:cxnLst/>
            <a:rect r="r" b="b" t="t" l="l"/>
            <a:pathLst>
              <a:path h="1186266" w="4594693">
                <a:moveTo>
                  <a:pt x="4594693" y="0"/>
                </a:moveTo>
                <a:lnTo>
                  <a:pt x="0" y="0"/>
                </a:lnTo>
                <a:lnTo>
                  <a:pt x="0" y="1186266"/>
                </a:lnTo>
                <a:lnTo>
                  <a:pt x="4594693" y="1186266"/>
                </a:lnTo>
                <a:lnTo>
                  <a:pt x="4594693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-119" r="0" b="-119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789492" y="6161004"/>
            <a:ext cx="1469808" cy="3097296"/>
          </a:xfrm>
          <a:custGeom>
            <a:avLst/>
            <a:gdLst/>
            <a:ahLst/>
            <a:cxnLst/>
            <a:rect r="r" b="b" t="t" l="l"/>
            <a:pathLst>
              <a:path h="3097296" w="1469808">
                <a:moveTo>
                  <a:pt x="0" y="0"/>
                </a:moveTo>
                <a:lnTo>
                  <a:pt x="1469808" y="0"/>
                </a:lnTo>
                <a:lnTo>
                  <a:pt x="1469808" y="3097296"/>
                </a:lnTo>
                <a:lnTo>
                  <a:pt x="0" y="309729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-96" t="0" r="-96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468649" y="5124450"/>
            <a:ext cx="1182247" cy="1141406"/>
          </a:xfrm>
          <a:custGeom>
            <a:avLst/>
            <a:gdLst/>
            <a:ahLst/>
            <a:cxnLst/>
            <a:rect r="r" b="b" t="t" l="l"/>
            <a:pathLst>
              <a:path h="1141406" w="1182247">
                <a:moveTo>
                  <a:pt x="0" y="0"/>
                </a:moveTo>
                <a:lnTo>
                  <a:pt x="1182247" y="0"/>
                </a:lnTo>
                <a:lnTo>
                  <a:pt x="1182247" y="1141406"/>
                </a:lnTo>
                <a:lnTo>
                  <a:pt x="0" y="114140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-284" t="0" r="-284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100608" y="645595"/>
            <a:ext cx="5193162" cy="780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>
                <a:solidFill>
                  <a:srgbClr val="160059"/>
                </a:solidFill>
                <a:latin typeface="Retropix"/>
                <a:ea typeface="Retropix"/>
                <a:cs typeface="Retropix"/>
                <a:sym typeface="Retropix"/>
              </a:rPr>
              <a:t>alasan</a:t>
            </a:r>
          </a:p>
        </p:txBody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9141786" y="7437492"/>
            <a:ext cx="1579229" cy="1397617"/>
            <a:chOff x="0" y="0"/>
            <a:chExt cx="2105639" cy="186348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05660" cy="1863471"/>
            </a:xfrm>
            <a:custGeom>
              <a:avLst/>
              <a:gdLst/>
              <a:ahLst/>
              <a:cxnLst/>
              <a:rect r="r" b="b" t="t" l="l"/>
              <a:pathLst>
                <a:path h="1863471" w="2105660">
                  <a:moveTo>
                    <a:pt x="0" y="0"/>
                  </a:moveTo>
                  <a:lnTo>
                    <a:pt x="2105660" y="0"/>
                  </a:lnTo>
                  <a:lnTo>
                    <a:pt x="2105660" y="1863471"/>
                  </a:lnTo>
                  <a:lnTo>
                    <a:pt x="0" y="186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1" b="-128"/>
              </a:stretch>
            </a:blip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15652670" y="1028700"/>
            <a:ext cx="742480" cy="676978"/>
            <a:chOff x="0" y="0"/>
            <a:chExt cx="989973" cy="90263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89965" cy="902589"/>
            </a:xfrm>
            <a:custGeom>
              <a:avLst/>
              <a:gdLst/>
              <a:ahLst/>
              <a:cxnLst/>
              <a:rect r="r" b="b" t="t" l="l"/>
              <a:pathLst>
                <a:path h="902589" w="989965">
                  <a:moveTo>
                    <a:pt x="0" y="0"/>
                  </a:moveTo>
                  <a:lnTo>
                    <a:pt x="989965" y="0"/>
                  </a:lnTo>
                  <a:lnTo>
                    <a:pt x="989965" y="902589"/>
                  </a:lnTo>
                  <a:lnTo>
                    <a:pt x="0" y="902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-66793" b="-62108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D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" y="4037127"/>
            <a:ext cx="9144000" cy="5045622"/>
          </a:xfrm>
          <a:custGeom>
            <a:avLst/>
            <a:gdLst/>
            <a:ahLst/>
            <a:cxnLst/>
            <a:rect r="r" b="b" t="t" l="l"/>
            <a:pathLst>
              <a:path h="5045622" w="9144000">
                <a:moveTo>
                  <a:pt x="0" y="0"/>
                </a:moveTo>
                <a:lnTo>
                  <a:pt x="9144000" y="0"/>
                </a:lnTo>
                <a:lnTo>
                  <a:pt x="9144000" y="5045622"/>
                </a:lnTo>
                <a:lnTo>
                  <a:pt x="0" y="5045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20" r="0" b="-12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39237" y="4037127"/>
            <a:ext cx="9144000" cy="5045622"/>
          </a:xfrm>
          <a:custGeom>
            <a:avLst/>
            <a:gdLst/>
            <a:ahLst/>
            <a:cxnLst/>
            <a:rect r="r" b="b" t="t" l="l"/>
            <a:pathLst>
              <a:path h="5045622" w="9144000">
                <a:moveTo>
                  <a:pt x="0" y="0"/>
                </a:moveTo>
                <a:lnTo>
                  <a:pt x="9144000" y="0"/>
                </a:lnTo>
                <a:lnTo>
                  <a:pt x="9144000" y="5045622"/>
                </a:lnTo>
                <a:lnTo>
                  <a:pt x="0" y="5045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20" r="0" b="-12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1298" y="9052705"/>
            <a:ext cx="9875356" cy="1687788"/>
          </a:xfrm>
          <a:custGeom>
            <a:avLst/>
            <a:gdLst/>
            <a:ahLst/>
            <a:cxnLst/>
            <a:rect r="r" b="b" t="t" l="l"/>
            <a:pathLst>
              <a:path h="1687788" w="9875356">
                <a:moveTo>
                  <a:pt x="0" y="0"/>
                </a:moveTo>
                <a:lnTo>
                  <a:pt x="9875356" y="0"/>
                </a:lnTo>
                <a:lnTo>
                  <a:pt x="9875356" y="1687788"/>
                </a:lnTo>
                <a:lnTo>
                  <a:pt x="0" y="1687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16" r="0" b="-21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33942" y="9052705"/>
            <a:ext cx="9875356" cy="1687788"/>
          </a:xfrm>
          <a:custGeom>
            <a:avLst/>
            <a:gdLst/>
            <a:ahLst/>
            <a:cxnLst/>
            <a:rect r="r" b="b" t="t" l="l"/>
            <a:pathLst>
              <a:path h="1687788" w="9875356">
                <a:moveTo>
                  <a:pt x="0" y="0"/>
                </a:moveTo>
                <a:lnTo>
                  <a:pt x="9875356" y="0"/>
                </a:lnTo>
                <a:lnTo>
                  <a:pt x="9875356" y="1687788"/>
                </a:lnTo>
                <a:lnTo>
                  <a:pt x="0" y="1687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16" r="0" b="-21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99339" y="930037"/>
            <a:ext cx="4740672" cy="2724465"/>
          </a:xfrm>
          <a:custGeom>
            <a:avLst/>
            <a:gdLst/>
            <a:ahLst/>
            <a:cxnLst/>
            <a:rect r="r" b="b" t="t" l="l"/>
            <a:pathLst>
              <a:path h="2724465" w="4740672">
                <a:moveTo>
                  <a:pt x="0" y="0"/>
                </a:moveTo>
                <a:lnTo>
                  <a:pt x="4740672" y="0"/>
                </a:lnTo>
                <a:lnTo>
                  <a:pt x="4740672" y="2724465"/>
                </a:lnTo>
                <a:lnTo>
                  <a:pt x="0" y="27244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4039" y="816703"/>
            <a:ext cx="6578021" cy="5313946"/>
          </a:xfrm>
          <a:custGeom>
            <a:avLst/>
            <a:gdLst/>
            <a:ahLst/>
            <a:cxnLst/>
            <a:rect r="r" b="b" t="t" l="l"/>
            <a:pathLst>
              <a:path h="5313946" w="6578021">
                <a:moveTo>
                  <a:pt x="0" y="0"/>
                </a:moveTo>
                <a:lnTo>
                  <a:pt x="6578021" y="0"/>
                </a:lnTo>
                <a:lnTo>
                  <a:pt x="6578021" y="5313946"/>
                </a:lnTo>
                <a:lnTo>
                  <a:pt x="0" y="53139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522046" y="1844991"/>
            <a:ext cx="295550" cy="789090"/>
          </a:xfrm>
          <a:custGeom>
            <a:avLst/>
            <a:gdLst/>
            <a:ahLst/>
            <a:cxnLst/>
            <a:rect r="r" b="b" t="t" l="l"/>
            <a:pathLst>
              <a:path h="789090" w="295550">
                <a:moveTo>
                  <a:pt x="0" y="0"/>
                </a:moveTo>
                <a:lnTo>
                  <a:pt x="295551" y="0"/>
                </a:lnTo>
                <a:lnTo>
                  <a:pt x="295551" y="789090"/>
                </a:lnTo>
                <a:lnTo>
                  <a:pt x="0" y="7890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467" t="0" r="-1467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646629" y="1844991"/>
            <a:ext cx="740310" cy="789090"/>
          </a:xfrm>
          <a:custGeom>
            <a:avLst/>
            <a:gdLst/>
            <a:ahLst/>
            <a:cxnLst/>
            <a:rect r="r" b="b" t="t" l="l"/>
            <a:pathLst>
              <a:path h="789090" w="740310">
                <a:moveTo>
                  <a:pt x="0" y="0"/>
                </a:moveTo>
                <a:lnTo>
                  <a:pt x="740310" y="0"/>
                </a:lnTo>
                <a:lnTo>
                  <a:pt x="740310" y="789090"/>
                </a:lnTo>
                <a:lnTo>
                  <a:pt x="0" y="78909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84" t="0" r="-84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952703" y="1844991"/>
            <a:ext cx="716500" cy="763710"/>
          </a:xfrm>
          <a:custGeom>
            <a:avLst/>
            <a:gdLst/>
            <a:ahLst/>
            <a:cxnLst/>
            <a:rect r="r" b="b" t="t" l="l"/>
            <a:pathLst>
              <a:path h="763710" w="716500">
                <a:moveTo>
                  <a:pt x="0" y="0"/>
                </a:moveTo>
                <a:lnTo>
                  <a:pt x="716500" y="0"/>
                </a:lnTo>
                <a:lnTo>
                  <a:pt x="716500" y="763710"/>
                </a:lnTo>
                <a:lnTo>
                  <a:pt x="0" y="76371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4" t="0" r="-4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804309" y="1844991"/>
            <a:ext cx="740310" cy="789090"/>
          </a:xfrm>
          <a:custGeom>
            <a:avLst/>
            <a:gdLst/>
            <a:ahLst/>
            <a:cxnLst/>
            <a:rect r="r" b="b" t="t" l="l"/>
            <a:pathLst>
              <a:path h="789090" w="740310">
                <a:moveTo>
                  <a:pt x="0" y="0"/>
                </a:moveTo>
                <a:lnTo>
                  <a:pt x="740310" y="0"/>
                </a:lnTo>
                <a:lnTo>
                  <a:pt x="740310" y="789090"/>
                </a:lnTo>
                <a:lnTo>
                  <a:pt x="0" y="78909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84" t="0" r="-84" b="0"/>
            </a:stretch>
          </a:blipFill>
        </p:spPr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409495" y="321447"/>
            <a:ext cx="1238409" cy="1095992"/>
            <a:chOff x="0" y="0"/>
            <a:chExt cx="1651212" cy="1461323"/>
          </a:xfrm>
        </p:grpSpPr>
        <p:sp>
          <p:nvSpPr>
            <p:cNvPr name="Freeform 13" id="13"/>
            <p:cNvSpPr/>
            <p:nvPr/>
          </p:nvSpPr>
          <p:spPr>
            <a:xfrm flipH="true" flipV="false" rot="0">
              <a:off x="0" y="0"/>
              <a:ext cx="1651254" cy="1461262"/>
            </a:xfrm>
            <a:custGeom>
              <a:avLst/>
              <a:gdLst/>
              <a:ahLst/>
              <a:cxnLst/>
              <a:rect r="r" b="b" t="t" l="l"/>
              <a:pathLst>
                <a:path h="1461262" w="1651254">
                  <a:moveTo>
                    <a:pt x="1651254" y="0"/>
                  </a:moveTo>
                  <a:lnTo>
                    <a:pt x="0" y="0"/>
                  </a:lnTo>
                  <a:lnTo>
                    <a:pt x="0" y="1461262"/>
                  </a:lnTo>
                  <a:lnTo>
                    <a:pt x="1651254" y="1461262"/>
                  </a:lnTo>
                  <a:lnTo>
                    <a:pt x="1651254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-131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4294143" y="5143500"/>
            <a:ext cx="1182247" cy="1141406"/>
          </a:xfrm>
          <a:custGeom>
            <a:avLst/>
            <a:gdLst/>
            <a:ahLst/>
            <a:cxnLst/>
            <a:rect r="r" b="b" t="t" l="l"/>
            <a:pathLst>
              <a:path h="1141406" w="1182247">
                <a:moveTo>
                  <a:pt x="0" y="0"/>
                </a:moveTo>
                <a:lnTo>
                  <a:pt x="1182247" y="0"/>
                </a:lnTo>
                <a:lnTo>
                  <a:pt x="1182247" y="1141406"/>
                </a:lnTo>
                <a:lnTo>
                  <a:pt x="0" y="114140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284" t="0" r="-284" b="0"/>
            </a:stretch>
          </a:blipFill>
        </p:spPr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6395151" y="2426027"/>
            <a:ext cx="1579229" cy="1397617"/>
            <a:chOff x="0" y="0"/>
            <a:chExt cx="2105639" cy="18634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05660" cy="1863471"/>
            </a:xfrm>
            <a:custGeom>
              <a:avLst/>
              <a:gdLst/>
              <a:ahLst/>
              <a:cxnLst/>
              <a:rect r="r" b="b" t="t" l="l"/>
              <a:pathLst>
                <a:path h="1863471" w="2105660">
                  <a:moveTo>
                    <a:pt x="0" y="0"/>
                  </a:moveTo>
                  <a:lnTo>
                    <a:pt x="2105660" y="0"/>
                  </a:lnTo>
                  <a:lnTo>
                    <a:pt x="2105660" y="1863471"/>
                  </a:lnTo>
                  <a:lnTo>
                    <a:pt x="0" y="186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1" b="-128"/>
              </a:stretch>
            </a:blip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8772760" y="7695940"/>
            <a:ext cx="742480" cy="676978"/>
            <a:chOff x="0" y="0"/>
            <a:chExt cx="989973" cy="90263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89965" cy="902589"/>
            </a:xfrm>
            <a:custGeom>
              <a:avLst/>
              <a:gdLst/>
              <a:ahLst/>
              <a:cxnLst/>
              <a:rect r="r" b="b" t="t" l="l"/>
              <a:pathLst>
                <a:path h="902589" w="989965">
                  <a:moveTo>
                    <a:pt x="0" y="0"/>
                  </a:moveTo>
                  <a:lnTo>
                    <a:pt x="989965" y="0"/>
                  </a:lnTo>
                  <a:lnTo>
                    <a:pt x="989965" y="902589"/>
                  </a:lnTo>
                  <a:lnTo>
                    <a:pt x="0" y="902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-66793" b="-62108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true" flipV="false" rot="0">
            <a:off x="13762175" y="7693132"/>
            <a:ext cx="5265951" cy="1359573"/>
          </a:xfrm>
          <a:custGeom>
            <a:avLst/>
            <a:gdLst/>
            <a:ahLst/>
            <a:cxnLst/>
            <a:rect r="r" b="b" t="t" l="l"/>
            <a:pathLst>
              <a:path h="1359573" w="5265951">
                <a:moveTo>
                  <a:pt x="5265951" y="0"/>
                </a:moveTo>
                <a:lnTo>
                  <a:pt x="0" y="0"/>
                </a:lnTo>
                <a:lnTo>
                  <a:pt x="0" y="1359573"/>
                </a:lnTo>
                <a:lnTo>
                  <a:pt x="5265951" y="1359573"/>
                </a:lnTo>
                <a:lnTo>
                  <a:pt x="5265951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-78" r="0" b="-78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560254" y="6284906"/>
            <a:ext cx="1524540" cy="2973394"/>
          </a:xfrm>
          <a:custGeom>
            <a:avLst/>
            <a:gdLst/>
            <a:ahLst/>
            <a:cxnLst/>
            <a:rect r="r" b="b" t="t" l="l"/>
            <a:pathLst>
              <a:path h="2973394" w="1524540">
                <a:moveTo>
                  <a:pt x="0" y="0"/>
                </a:moveTo>
                <a:lnTo>
                  <a:pt x="1524540" y="0"/>
                </a:lnTo>
                <a:lnTo>
                  <a:pt x="1524540" y="2973394"/>
                </a:lnTo>
                <a:lnTo>
                  <a:pt x="0" y="2973394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-160" t="0" r="-16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647905" y="815867"/>
            <a:ext cx="5193162" cy="780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>
                <a:solidFill>
                  <a:srgbClr val="160059"/>
                </a:solidFill>
                <a:latin typeface="Retropix"/>
                <a:ea typeface="Retropix"/>
                <a:cs typeface="Retropix"/>
                <a:sym typeface="Retropix"/>
              </a:rPr>
              <a:t>LATAR BELAKANG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98995" y="1664027"/>
            <a:ext cx="4690982" cy="392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dalam era digital saat ini sistem presensi sering dianggap kurang effisien memerlukan banyak waktu dan rentan terhadap kesalahan pencacatan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3387974" y="7771603"/>
            <a:ext cx="992032" cy="1486697"/>
          </a:xfrm>
          <a:custGeom>
            <a:avLst/>
            <a:gdLst/>
            <a:ahLst/>
            <a:cxnLst/>
            <a:rect r="r" b="b" t="t" l="l"/>
            <a:pathLst>
              <a:path h="1486697" w="992032">
                <a:moveTo>
                  <a:pt x="0" y="0"/>
                </a:moveTo>
                <a:lnTo>
                  <a:pt x="992032" y="0"/>
                </a:lnTo>
                <a:lnTo>
                  <a:pt x="992032" y="1486697"/>
                </a:lnTo>
                <a:lnTo>
                  <a:pt x="0" y="1486697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-113" t="0" r="-113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D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" y="4037127"/>
            <a:ext cx="9144000" cy="5045622"/>
          </a:xfrm>
          <a:custGeom>
            <a:avLst/>
            <a:gdLst/>
            <a:ahLst/>
            <a:cxnLst/>
            <a:rect r="r" b="b" t="t" l="l"/>
            <a:pathLst>
              <a:path h="5045622" w="9144000">
                <a:moveTo>
                  <a:pt x="0" y="0"/>
                </a:moveTo>
                <a:lnTo>
                  <a:pt x="9144000" y="0"/>
                </a:lnTo>
                <a:lnTo>
                  <a:pt x="9144000" y="5045622"/>
                </a:lnTo>
                <a:lnTo>
                  <a:pt x="0" y="5045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20" r="0" b="-12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39237" y="4037127"/>
            <a:ext cx="9144000" cy="5045622"/>
          </a:xfrm>
          <a:custGeom>
            <a:avLst/>
            <a:gdLst/>
            <a:ahLst/>
            <a:cxnLst/>
            <a:rect r="r" b="b" t="t" l="l"/>
            <a:pathLst>
              <a:path h="5045622" w="9144000">
                <a:moveTo>
                  <a:pt x="0" y="0"/>
                </a:moveTo>
                <a:lnTo>
                  <a:pt x="9144000" y="0"/>
                </a:lnTo>
                <a:lnTo>
                  <a:pt x="9144000" y="5045622"/>
                </a:lnTo>
                <a:lnTo>
                  <a:pt x="0" y="5045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20" r="0" b="-12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1298" y="9052705"/>
            <a:ext cx="9875356" cy="1687788"/>
          </a:xfrm>
          <a:custGeom>
            <a:avLst/>
            <a:gdLst/>
            <a:ahLst/>
            <a:cxnLst/>
            <a:rect r="r" b="b" t="t" l="l"/>
            <a:pathLst>
              <a:path h="1687788" w="9875356">
                <a:moveTo>
                  <a:pt x="0" y="0"/>
                </a:moveTo>
                <a:lnTo>
                  <a:pt x="9875356" y="0"/>
                </a:lnTo>
                <a:lnTo>
                  <a:pt x="9875356" y="1687788"/>
                </a:lnTo>
                <a:lnTo>
                  <a:pt x="0" y="1687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16" r="0" b="-21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33942" y="9052705"/>
            <a:ext cx="9875356" cy="1687788"/>
          </a:xfrm>
          <a:custGeom>
            <a:avLst/>
            <a:gdLst/>
            <a:ahLst/>
            <a:cxnLst/>
            <a:rect r="r" b="b" t="t" l="l"/>
            <a:pathLst>
              <a:path h="1687788" w="9875356">
                <a:moveTo>
                  <a:pt x="0" y="0"/>
                </a:moveTo>
                <a:lnTo>
                  <a:pt x="9875356" y="0"/>
                </a:lnTo>
                <a:lnTo>
                  <a:pt x="9875356" y="1687788"/>
                </a:lnTo>
                <a:lnTo>
                  <a:pt x="0" y="1687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16" r="0" b="-216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495470" y="4690648"/>
            <a:ext cx="2961157" cy="4114800"/>
            <a:chOff x="0" y="0"/>
            <a:chExt cx="3948209" cy="548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48176" cy="5486400"/>
            </a:xfrm>
            <a:custGeom>
              <a:avLst/>
              <a:gdLst/>
              <a:ahLst/>
              <a:cxnLst/>
              <a:rect r="r" b="b" t="t" l="l"/>
              <a:pathLst>
                <a:path h="5486400" w="3948176">
                  <a:moveTo>
                    <a:pt x="0" y="0"/>
                  </a:moveTo>
                  <a:lnTo>
                    <a:pt x="3948176" y="0"/>
                  </a:lnTo>
                  <a:lnTo>
                    <a:pt x="3948176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4830135" y="4690648"/>
            <a:ext cx="2961157" cy="4114800"/>
            <a:chOff x="0" y="0"/>
            <a:chExt cx="3948209" cy="548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48176" cy="5486400"/>
            </a:xfrm>
            <a:custGeom>
              <a:avLst/>
              <a:gdLst/>
              <a:ahLst/>
              <a:cxnLst/>
              <a:rect r="r" b="b" t="t" l="l"/>
              <a:pathLst>
                <a:path h="5486400" w="3948176">
                  <a:moveTo>
                    <a:pt x="0" y="0"/>
                  </a:moveTo>
                  <a:lnTo>
                    <a:pt x="3948176" y="0"/>
                  </a:lnTo>
                  <a:lnTo>
                    <a:pt x="3948176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321298" y="7866439"/>
            <a:ext cx="4594693" cy="1186266"/>
          </a:xfrm>
          <a:custGeom>
            <a:avLst/>
            <a:gdLst/>
            <a:ahLst/>
            <a:cxnLst/>
            <a:rect r="r" b="b" t="t" l="l"/>
            <a:pathLst>
              <a:path h="1186266" w="4594693">
                <a:moveTo>
                  <a:pt x="0" y="0"/>
                </a:moveTo>
                <a:lnTo>
                  <a:pt x="4594693" y="0"/>
                </a:lnTo>
                <a:lnTo>
                  <a:pt x="4594693" y="1186266"/>
                </a:lnTo>
                <a:lnTo>
                  <a:pt x="0" y="11862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19" r="0" b="-119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4178110" y="7866439"/>
            <a:ext cx="4594693" cy="1186266"/>
          </a:xfrm>
          <a:custGeom>
            <a:avLst/>
            <a:gdLst/>
            <a:ahLst/>
            <a:cxnLst/>
            <a:rect r="r" b="b" t="t" l="l"/>
            <a:pathLst>
              <a:path h="1186266" w="4594693">
                <a:moveTo>
                  <a:pt x="4594693" y="0"/>
                </a:moveTo>
                <a:lnTo>
                  <a:pt x="0" y="0"/>
                </a:lnTo>
                <a:lnTo>
                  <a:pt x="0" y="1186266"/>
                </a:lnTo>
                <a:lnTo>
                  <a:pt x="4594693" y="1186266"/>
                </a:lnTo>
                <a:lnTo>
                  <a:pt x="459469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19" r="0" b="-119"/>
            </a:stretch>
          </a:blipFill>
        </p:spPr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0995179" y="6992017"/>
            <a:ext cx="1579229" cy="1397617"/>
            <a:chOff x="0" y="0"/>
            <a:chExt cx="2105639" cy="18634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05660" cy="1863471"/>
            </a:xfrm>
            <a:custGeom>
              <a:avLst/>
              <a:gdLst/>
              <a:ahLst/>
              <a:cxnLst/>
              <a:rect r="r" b="b" t="t" l="l"/>
              <a:pathLst>
                <a:path h="1863471" w="2105660">
                  <a:moveTo>
                    <a:pt x="0" y="0"/>
                  </a:moveTo>
                  <a:lnTo>
                    <a:pt x="2105660" y="0"/>
                  </a:lnTo>
                  <a:lnTo>
                    <a:pt x="2105660" y="1863471"/>
                  </a:lnTo>
                  <a:lnTo>
                    <a:pt x="0" y="186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1" b="-128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2172583" y="2306894"/>
            <a:ext cx="1238409" cy="1095992"/>
            <a:chOff x="0" y="0"/>
            <a:chExt cx="1651212" cy="1461323"/>
          </a:xfrm>
        </p:grpSpPr>
        <p:sp>
          <p:nvSpPr>
            <p:cNvPr name="Freeform 15" id="15"/>
            <p:cNvSpPr/>
            <p:nvPr/>
          </p:nvSpPr>
          <p:spPr>
            <a:xfrm flipH="true" flipV="false" rot="0">
              <a:off x="0" y="0"/>
              <a:ext cx="1651254" cy="1461262"/>
            </a:xfrm>
            <a:custGeom>
              <a:avLst/>
              <a:gdLst/>
              <a:ahLst/>
              <a:cxnLst/>
              <a:rect r="r" b="b" t="t" l="l"/>
              <a:pathLst>
                <a:path h="1461262" w="1651254">
                  <a:moveTo>
                    <a:pt x="1651254" y="0"/>
                  </a:moveTo>
                  <a:lnTo>
                    <a:pt x="0" y="0"/>
                  </a:lnTo>
                  <a:lnTo>
                    <a:pt x="0" y="1461262"/>
                  </a:lnTo>
                  <a:lnTo>
                    <a:pt x="1651254" y="1461262"/>
                  </a:lnTo>
                  <a:lnTo>
                    <a:pt x="1651254" y="0"/>
                  </a:lnTo>
                  <a:close/>
                </a:path>
              </a:pathLst>
            </a:custGeom>
            <a:blipFill>
              <a:blip r:embed="rId9"/>
              <a:stretch>
                <a:fillRect l="0" t="0" r="2" b="-131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4294127" y="1629916"/>
            <a:ext cx="742480" cy="676978"/>
            <a:chOff x="0" y="0"/>
            <a:chExt cx="989973" cy="9026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89965" cy="902589"/>
            </a:xfrm>
            <a:custGeom>
              <a:avLst/>
              <a:gdLst/>
              <a:ahLst/>
              <a:cxnLst/>
              <a:rect r="r" b="b" t="t" l="l"/>
              <a:pathLst>
                <a:path h="902589" w="989965">
                  <a:moveTo>
                    <a:pt x="0" y="0"/>
                  </a:moveTo>
                  <a:lnTo>
                    <a:pt x="989965" y="0"/>
                  </a:lnTo>
                  <a:lnTo>
                    <a:pt x="989965" y="902589"/>
                  </a:lnTo>
                  <a:lnTo>
                    <a:pt x="0" y="902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66793" b="-62108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3410992" y="7347618"/>
            <a:ext cx="955341" cy="1910682"/>
          </a:xfrm>
          <a:custGeom>
            <a:avLst/>
            <a:gdLst/>
            <a:ahLst/>
            <a:cxnLst/>
            <a:rect r="r" b="b" t="t" l="l"/>
            <a:pathLst>
              <a:path h="1910682" w="955341">
                <a:moveTo>
                  <a:pt x="0" y="0"/>
                </a:moveTo>
                <a:lnTo>
                  <a:pt x="955341" y="0"/>
                </a:lnTo>
                <a:lnTo>
                  <a:pt x="955341" y="1910682"/>
                </a:lnTo>
                <a:lnTo>
                  <a:pt x="0" y="19106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48" t="0" r="-248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976049" y="6930117"/>
            <a:ext cx="1104828" cy="2328183"/>
          </a:xfrm>
          <a:custGeom>
            <a:avLst/>
            <a:gdLst/>
            <a:ahLst/>
            <a:cxnLst/>
            <a:rect r="r" b="b" t="t" l="l"/>
            <a:pathLst>
              <a:path h="2328183" w="1104828">
                <a:moveTo>
                  <a:pt x="0" y="0"/>
                </a:moveTo>
                <a:lnTo>
                  <a:pt x="1104828" y="0"/>
                </a:lnTo>
                <a:lnTo>
                  <a:pt x="1104828" y="2328183"/>
                </a:lnTo>
                <a:lnTo>
                  <a:pt x="0" y="23281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113" r="0" b="-113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237754" y="7070740"/>
            <a:ext cx="1121621" cy="2187560"/>
          </a:xfrm>
          <a:custGeom>
            <a:avLst/>
            <a:gdLst/>
            <a:ahLst/>
            <a:cxnLst/>
            <a:rect r="r" b="b" t="t" l="l"/>
            <a:pathLst>
              <a:path h="2187560" w="1121621">
                <a:moveTo>
                  <a:pt x="0" y="0"/>
                </a:moveTo>
                <a:lnTo>
                  <a:pt x="1121621" y="0"/>
                </a:lnTo>
                <a:lnTo>
                  <a:pt x="1121621" y="2187560"/>
                </a:lnTo>
                <a:lnTo>
                  <a:pt x="0" y="218756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30" t="0" r="-3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294127" y="8094209"/>
            <a:ext cx="776766" cy="1164091"/>
          </a:xfrm>
          <a:custGeom>
            <a:avLst/>
            <a:gdLst/>
            <a:ahLst/>
            <a:cxnLst/>
            <a:rect r="r" b="b" t="t" l="l"/>
            <a:pathLst>
              <a:path h="1164091" w="776766">
                <a:moveTo>
                  <a:pt x="0" y="0"/>
                </a:moveTo>
                <a:lnTo>
                  <a:pt x="776766" y="0"/>
                </a:lnTo>
                <a:lnTo>
                  <a:pt x="776766" y="1164091"/>
                </a:lnTo>
                <a:lnTo>
                  <a:pt x="0" y="116409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45" r="0" b="-45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319207" y="3739309"/>
            <a:ext cx="1033672" cy="1101782"/>
          </a:xfrm>
          <a:custGeom>
            <a:avLst/>
            <a:gdLst/>
            <a:ahLst/>
            <a:cxnLst/>
            <a:rect r="r" b="b" t="t" l="l"/>
            <a:pathLst>
              <a:path h="1101782" w="1033672">
                <a:moveTo>
                  <a:pt x="0" y="0"/>
                </a:moveTo>
                <a:lnTo>
                  <a:pt x="1033672" y="0"/>
                </a:lnTo>
                <a:lnTo>
                  <a:pt x="1033672" y="1101782"/>
                </a:lnTo>
                <a:lnTo>
                  <a:pt x="0" y="110178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-78" t="0" r="-78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660691" y="3739309"/>
            <a:ext cx="1033672" cy="1101782"/>
          </a:xfrm>
          <a:custGeom>
            <a:avLst/>
            <a:gdLst/>
            <a:ahLst/>
            <a:cxnLst/>
            <a:rect r="r" b="b" t="t" l="l"/>
            <a:pathLst>
              <a:path h="1101782" w="1033672">
                <a:moveTo>
                  <a:pt x="0" y="0"/>
                </a:moveTo>
                <a:lnTo>
                  <a:pt x="1033672" y="0"/>
                </a:lnTo>
                <a:lnTo>
                  <a:pt x="1033672" y="1101782"/>
                </a:lnTo>
                <a:lnTo>
                  <a:pt x="0" y="110178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-78" t="0" r="-78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496504" y="3739309"/>
            <a:ext cx="1020562" cy="1087809"/>
          </a:xfrm>
          <a:custGeom>
            <a:avLst/>
            <a:gdLst/>
            <a:ahLst/>
            <a:cxnLst/>
            <a:rect r="r" b="b" t="t" l="l"/>
            <a:pathLst>
              <a:path h="1087809" w="1020562">
                <a:moveTo>
                  <a:pt x="0" y="0"/>
                </a:moveTo>
                <a:lnTo>
                  <a:pt x="1020562" y="0"/>
                </a:lnTo>
                <a:lnTo>
                  <a:pt x="1020562" y="1087809"/>
                </a:lnTo>
                <a:lnTo>
                  <a:pt x="0" y="1087809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-50" t="0" r="-5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837989" y="3739309"/>
            <a:ext cx="1033672" cy="1101782"/>
          </a:xfrm>
          <a:custGeom>
            <a:avLst/>
            <a:gdLst/>
            <a:ahLst/>
            <a:cxnLst/>
            <a:rect r="r" b="b" t="t" l="l"/>
            <a:pathLst>
              <a:path h="1101782" w="1033672">
                <a:moveTo>
                  <a:pt x="0" y="0"/>
                </a:moveTo>
                <a:lnTo>
                  <a:pt x="1033671" y="0"/>
                </a:lnTo>
                <a:lnTo>
                  <a:pt x="1033671" y="1101782"/>
                </a:lnTo>
                <a:lnTo>
                  <a:pt x="0" y="110178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-78" t="0" r="-78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015285" y="3739309"/>
            <a:ext cx="1033672" cy="1101782"/>
          </a:xfrm>
          <a:custGeom>
            <a:avLst/>
            <a:gdLst/>
            <a:ahLst/>
            <a:cxnLst/>
            <a:rect r="r" b="b" t="t" l="l"/>
            <a:pathLst>
              <a:path h="1101782" w="1033672">
                <a:moveTo>
                  <a:pt x="0" y="0"/>
                </a:moveTo>
                <a:lnTo>
                  <a:pt x="1033672" y="0"/>
                </a:lnTo>
                <a:lnTo>
                  <a:pt x="1033672" y="1101782"/>
                </a:lnTo>
                <a:lnTo>
                  <a:pt x="0" y="110178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-78" t="0" r="-78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784793" y="3739309"/>
            <a:ext cx="1020562" cy="1087809"/>
          </a:xfrm>
          <a:custGeom>
            <a:avLst/>
            <a:gdLst/>
            <a:ahLst/>
            <a:cxnLst/>
            <a:rect r="r" b="b" t="t" l="l"/>
            <a:pathLst>
              <a:path h="1087809" w="1020562">
                <a:moveTo>
                  <a:pt x="0" y="0"/>
                </a:moveTo>
                <a:lnTo>
                  <a:pt x="1020563" y="0"/>
                </a:lnTo>
                <a:lnTo>
                  <a:pt x="1020563" y="1087809"/>
                </a:lnTo>
                <a:lnTo>
                  <a:pt x="0" y="1087809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-50" t="0" r="-5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608246" y="3739309"/>
            <a:ext cx="1033672" cy="1101782"/>
          </a:xfrm>
          <a:custGeom>
            <a:avLst/>
            <a:gdLst/>
            <a:ahLst/>
            <a:cxnLst/>
            <a:rect r="r" b="b" t="t" l="l"/>
            <a:pathLst>
              <a:path h="1101782" w="1033672">
                <a:moveTo>
                  <a:pt x="0" y="0"/>
                </a:moveTo>
                <a:lnTo>
                  <a:pt x="1033672" y="0"/>
                </a:lnTo>
                <a:lnTo>
                  <a:pt x="1033672" y="1101782"/>
                </a:lnTo>
                <a:lnTo>
                  <a:pt x="0" y="1101782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-78" t="0" r="-78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948231" y="3739309"/>
            <a:ext cx="1020562" cy="1087809"/>
          </a:xfrm>
          <a:custGeom>
            <a:avLst/>
            <a:gdLst/>
            <a:ahLst/>
            <a:cxnLst/>
            <a:rect r="r" b="b" t="t" l="l"/>
            <a:pathLst>
              <a:path h="1087809" w="1020562">
                <a:moveTo>
                  <a:pt x="0" y="0"/>
                </a:moveTo>
                <a:lnTo>
                  <a:pt x="1020562" y="0"/>
                </a:lnTo>
                <a:lnTo>
                  <a:pt x="1020562" y="1087809"/>
                </a:lnTo>
                <a:lnTo>
                  <a:pt x="0" y="1087809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-50" t="0" r="-5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5763674" y="5038725"/>
            <a:ext cx="6760651" cy="1290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>
                <a:solidFill>
                  <a:srgbClr val="2E1B5B"/>
                </a:solidFill>
                <a:latin typeface="Retropix"/>
                <a:ea typeface="Retropix"/>
                <a:cs typeface="Retropix"/>
                <a:sym typeface="Retropix"/>
              </a:rPr>
              <a:t>I HOPE YOU ENJOYED COLORING!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DAG1uh-tVq8</dc:identifier>
  <dcterms:modified xsi:type="dcterms:W3CDTF">2011-08-01T06:04:30Z</dcterms:modified>
  <cp:revision>1</cp:revision>
  <dc:title>RIO RADIFAN</dc:title>
</cp:coreProperties>
</file>